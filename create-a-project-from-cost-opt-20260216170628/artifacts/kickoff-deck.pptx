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  <p:sldId id="901" r:id="rId35"/>
    <p:sldId id="902" r:id="rId36"/>
    <p:sldId id="903" r:id="rId37"/>
    <p:sldId id="904" r:id="rId38"/>
  </p:sldIdLst>
  <p:sldSz cx="12192000" cy="6858000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Bold" panose="020B0604020202020204" charset="0"/>
      <p:bold r:id="rId20"/>
    </p:embeddedFont>
    <p:embeddedFont>
      <p:font typeface="Roboto Condensed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italic r:id="rId26"/>
    </p:embeddedFont>
    <p:embeddedFont>
      <p:font typeface="Roboto SemiBold" panose="020B0604020202020204" charset="0"/>
      <p:bold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16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16="http://schemas.microsoft.com/office/drawing/2014/main" xmlns:a14="http://schemas.microsoft.com/office/drawing/2010/main" xmlns:ahyp="http://schemas.microsoft.com/office/drawing/2018/hyperlinkcolor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16="http://schemas.microsoft.com/office/drawing/2014/main"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16="http://schemas.microsoft.com/office/drawing/2014/main" xmlns:a14="http://schemas.microsoft.com/office/drawing/2010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A. Datum Corporation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7732291" y="3013501"/>
            <a:ext cx="2615282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highlight>
                  <a:srgbClr val="FFFF00"/>
                </a:highlight>
                <a:latin typeface="Roboto SemiBold" panose="02000000000000000000" pitchFamily="2" charset="0"/>
                <a:ea typeface="Roboto SemiBold" panose="02000000000000000000" pitchFamily="2" charset="0"/>
              </a:rPr>
              <a:t>&lt;Customer team&gt;</a:t>
            </a:r>
            <a:endParaRPr lang="en-ZA" sz="1800" b="0" dirty="0">
              <a:highlight>
                <a:srgbClr val="FFFF00"/>
              </a:highlight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371" y="54357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/>
            <a:r>
              <a:t>Date: Not specified in provided transcript</a:t>
            </a:r>
          </a:p>
          <a:p>
            <a:pPr/>
            <a:r>
              <a:t>Time: Not specified in provided transcript</a:t>
            </a:r>
          </a:p>
          <a:p>
            <a:pPr/>
            <a:r>
              <a:t>Participants: Andrey Kerchin</a:t>
            </a:r>
          </a:p>
          <a:p>
            <a:pPr/>
            <a:r>
              <a:t>Content: Audio segment - sound check/connection test</a:t>
            </a:r>
          </a:p>
          <a:p>
            <a:pPr/>
            <a:r>
              <a:t>No substantive discussion, decisions, or action items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/>
            <a:r>
              <a:t>Key Decisions: None explicitly stated</a:t>
            </a:r>
          </a:p>
          <a:p>
            <a:pPr/>
            <a:r>
              <a:t>Discussed Recommendations: None explicitly stated</a:t>
            </a:r>
          </a:p>
          <a:p>
            <a:pPr/>
            <a:r>
              <a:t>Agreed Action Items: None explicitly stated</a:t>
            </a:r>
          </a:p>
          <a:p>
            <a:pPr/>
            <a:r>
              <a:t>Note: The meeting transcript appears to be an incomplete audio segment (sound check/connection test) without substantive discussion or actionable decisions.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Meeting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 b="1">
                <a:solidFill>
                  <a:srgbClr val="404040"/>
                </a:solidFill>
              </a:defRPr>
            </a:pPr>
            <a:r>
              <a:t>Audio Connection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</a:defRPr>
            </a:pPr>
            <a:r>
              <a:t>Conducted by: Andrey Kerchin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</a:defRPr>
            </a:pPr>
            <a:r>
              <a:t>Purpose: Verify audio functionality and system connectivity</a:t>
            </a:r>
          </a:p>
          <a:p>
            <a:pPr>
              <a:spcAft>
                <a:spcPts val="1200"/>
              </a:spcAft>
              <a:defRPr sz="1800">
                <a:solidFill>
                  <a:srgbClr val="404040"/>
                </a:solidFill>
              </a:defRPr>
            </a:pPr>
            <a:r>
              <a:t>Status: Connection checks and numerical counts performed successfully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Recommendations &amp; Action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66CC"/>
                </a:solidFill>
              </a:defRPr>
            </a:pPr>
            <a:r>
              <a:t>Recommendations</a:t>
            </a:r>
          </a:p>
          <a:p>
            <a:pPr>
              <a:spcAft>
                <a:spcPts val="1800"/>
              </a:spcAft>
              <a:defRPr sz="1600">
                <a:solidFill>
                  <a:srgbClr val="404040"/>
                </a:solidFill>
              </a:defRPr>
            </a:pPr>
            <a:r>
              <a:t>No specific recommendations were formally agreed upon in this session</a:t>
            </a:r>
          </a:p>
          <a:p>
            <a:pPr>
              <a:spcAft>
                <a:spcPts val="1200"/>
              </a:spcAft>
              <a:defRPr sz="2400" b="1">
                <a:solidFill>
                  <a:srgbClr val="0066CC"/>
                </a:solidFill>
              </a:defRPr>
            </a:pPr>
            <a:r>
              <a:t>Action Items</a:t>
            </a:r>
          </a:p>
          <a:p>
            <a:pPr>
              <a:spcAft>
                <a:spcPts val="1200"/>
              </a:spcAft>
              <a:defRPr sz="1600">
                <a:solidFill>
                  <a:srgbClr val="404040"/>
                </a:solidFill>
              </a:defRPr>
            </a:pPr>
            <a:r>
              <a:t>No formal action items were agreed upon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244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Roboto SemiBold</vt:lpstr>
      <vt:lpstr>Roboto Bold</vt:lpstr>
      <vt:lpstr>Roboto</vt:lpstr>
      <vt:lpstr>Roboto Condensed</vt:lpstr>
      <vt:lpstr>Arial</vt:lpstr>
      <vt:lpstr>Roboto Medium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Anatoly Butov</cp:lastModifiedBy>
  <cp:revision>6</cp:revision>
  <dcterms:created xsi:type="dcterms:W3CDTF">2017-02-07T16:52:31Z</dcterms:created>
  <dcterms:modified xsi:type="dcterms:W3CDTF">2026-02-13T14:20:16Z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