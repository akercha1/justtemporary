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554" r:id="rId13"/>
    <p:sldId id="901" r:id="rId35"/>
    <p:sldId id="902" r:id="rId36"/>
  </p:sldIdLst>
  <p:sldSz cx="12192000" cy="6858000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B0604020202020204" charset="0"/>
      <p:bold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italic r:id="rId26"/>
    </p:embeddedFont>
    <p:embeddedFont>
      <p:font typeface="Roboto SemiBold" panose="020B0604020202020204" charset="0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boxcloud.com/" TargetMode="Externa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A. Datum Corporation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7732291" y="3013501"/>
            <a:ext cx="26152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highlight>
                  <a:srgbClr val="FFFF00"/>
                </a:highlight>
                <a:latin typeface="Roboto SemiBold" panose="02000000000000000000" pitchFamily="2" charset="0"/>
                <a:ea typeface="Roboto SemiBold" panose="02000000000000000000" pitchFamily="2" charset="0"/>
              </a:rPr>
              <a:t>&lt;Customer team&gt;</a:t>
            </a:r>
            <a:endParaRPr lang="en-ZA" sz="1800" b="0" dirty="0">
              <a:highlight>
                <a:srgbClr val="FFFF00"/>
              </a:highlight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71" y="54357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Date: Not specified in provided transcript</a:t>
            </a:r>
          </a:p>
          <a:p>
            <a:pPr/>
            <a:r>
              <a:t>Time: Not specified in provided transcript</a:t>
            </a:r>
          </a:p>
          <a:p>
            <a:pPr/>
            <a:r>
              <a:t>Participants: Andrey Kerchin</a:t>
            </a:r>
          </a:p>
          <a:p>
            <a:pPr/>
            <a:r>
              <a:t>Content: Audio segment - sound check/connection test</a:t>
            </a:r>
          </a:p>
          <a:p>
            <a:pPr/>
            <a:r>
              <a:t>No substantive discussion, decisions, or action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Key Decisions: None explicitly stated</a:t>
            </a:r>
          </a:p>
          <a:p>
            <a:pPr/>
            <a:r>
              <a:t>Discussed Recommendations: None explicitly stated</a:t>
            </a:r>
          </a:p>
          <a:p>
            <a:pPr/>
            <a:r>
              <a:t>Agreed Action Items: None explicitly stated</a:t>
            </a:r>
          </a:p>
          <a:p>
            <a:pPr/>
            <a:r>
              <a:t>Note: The meeting transcript appears to be an incomplete audio segment (sound check/connection test) without substantive discussion or actionable decisions.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244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SemiBold</vt:lpstr>
      <vt:lpstr>Roboto Bold</vt:lpstr>
      <vt:lpstr>Roboto</vt:lpstr>
      <vt:lpstr>Roboto Condensed</vt:lpstr>
      <vt:lpstr>Arial</vt:lpstr>
      <vt:lpstr>Roboto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6</cp:revision>
  <dcterms:created xsi:type="dcterms:W3CDTF">2017-02-07T16:52:31Z</dcterms:created>
  <dcterms:modified xsi:type="dcterms:W3CDTF">2026-02-13T14:20:16Z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