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554" r:id="rId13"/>
    <p:sldId id="901" r:id="rId35"/>
    <p:sldId id="902" r:id="rId36"/>
  </p:sldIdLst>
  <p:sldSz cx="12192000" cy="6858000"/>
  <p:notesSz cx="6858000" cy="9144000"/>
  <p:embeddedFontLst>
    <p:embeddedFont>
      <p:font typeface="Roboto" panose="02000000000000000000" pitchFamily="2" charset="0"/>
      <p:regular r:id="rId16"/>
      <p:bold r:id="rId17"/>
      <p:italic r:id="rId18"/>
      <p:boldItalic r:id="rId19"/>
    </p:embeddedFont>
    <p:embeddedFont>
      <p:font typeface="Roboto Bold" panose="020B0604020202020204" charset="0"/>
      <p:bold r:id="rId20"/>
    </p:embeddedFont>
    <p:embeddedFont>
      <p:font typeface="Roboto Condensed" panose="02000000000000000000" pitchFamily="2" charset="0"/>
      <p:regular r:id="rId21"/>
      <p:bold r:id="rId22"/>
      <p:italic r:id="rId23"/>
      <p:boldItalic r:id="rId24"/>
    </p:embeddedFont>
    <p:embeddedFont>
      <p:font typeface="Roboto Medium" panose="02000000000000000000" pitchFamily="2" charset="0"/>
      <p:regular r:id="rId25"/>
      <p:italic r:id="rId26"/>
    </p:embeddedFont>
    <p:embeddedFont>
      <p:font typeface="Roboto SemiBold" panose="020B0604020202020204" charset="0"/>
      <p:bold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14" y="16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openxmlformats.org/officeDocument/2006/relationships/slide" Target="slides/slide10.xml"/><Relationship Id="rId36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13.02.2026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16="http://schemas.microsoft.com/office/drawing/2014/main" xmlns:a14="http://schemas.microsoft.com/office/drawing/2010/main" xmlns:ahyp="http://schemas.microsoft.com/office/drawing/2018/hyperlinkcolor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16="http://schemas.microsoft.com/office/drawing/2014/main" xmlns:p14="http://schemas.microsoft.com/office/powerpoint/2010/main"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A. Datum Corporation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7732291" y="3013501"/>
            <a:ext cx="2615282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highlight>
                  <a:srgbClr val="FFFF00"/>
                </a:highlight>
                <a:latin typeface="Roboto SemiBold" panose="02000000000000000000" pitchFamily="2" charset="0"/>
                <a:ea typeface="Roboto SemiBold" panose="02000000000000000000" pitchFamily="2" charset="0"/>
              </a:rPr>
              <a:t>&lt;Customer team&gt;</a:t>
            </a:r>
            <a:endParaRPr lang="en-ZA" sz="1800" b="0" dirty="0">
              <a:highlight>
                <a:srgbClr val="FFFF00"/>
              </a:highlight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371" y="54357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/>
            </a:pPr>
            <a:r>
              <a:t>Meeting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Date: Meeting with Andrey Kerchin</a:t>
            </a:r>
          </a:p>
          <a:p>
            <a:pPr>
              <a:defRPr sz="1800"/>
            </a:pPr>
            <a:r>
              <a:t>Topic: Kickoff Meeting</a:t>
            </a:r>
          </a:p>
          <a:p>
            <a:pPr>
              <a:defRPr sz="1800"/>
            </a:pPr>
            <a:r>
              <a:t>Participants:</a:t>
            </a:r>
          </a:p>
          <a:p>
            <a:pPr lvl="1">
              <a:defRPr sz="1800"/>
            </a:pPr>
            <a:r>
              <a:t>Andrey Kerchin</a:t>
            </a:r>
          </a:p>
          <a:p>
            <a:pPr>
              <a:defRPr sz="1800"/>
            </a:pPr>
            <a:r>
              <a:t>Key Points:</a:t>
            </a:r>
          </a:p>
          <a:p>
            <a:pPr lvl="1">
              <a:defRPr sz="1800"/>
            </a:pPr>
            <a:r>
              <a:t>Communication check performed</a:t>
            </a:r>
          </a:p>
          <a:p>
            <a:pPr lvl="1">
              <a:defRPr sz="1800"/>
            </a:pPr>
            <a:r>
              <a:t>Meeting initialization and setup</a:t>
            </a:r>
          </a:p>
          <a:p>
            <a:pPr lvl="1">
              <a:defRPr sz="1800"/>
            </a:pPr>
            <a:r>
              <a:t>Baseline coordination established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/>
            </a:pPr>
            <a:r>
              <a:t>Agreed Recommendations &amp; Action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Recommendations:</a:t>
            </a:r>
          </a:p>
          <a:p>
            <a:pPr lvl="1">
              <a:defRPr sz="1800"/>
            </a:pPr>
            <a:r>
              <a:t>Establish clear communication protocols</a:t>
            </a:r>
          </a:p>
          <a:p>
            <a:pPr lvl="1">
              <a:defRPr sz="1800"/>
            </a:pPr>
            <a:r>
              <a:t>Maintain open channels for coordination</a:t>
            </a:r>
          </a:p>
          <a:p>
            <a:pPr>
              <a:defRPr sz="1800"/>
            </a:pPr>
            <a:r>
              <a:t>Action Items:</a:t>
            </a:r>
          </a:p>
          <a:p>
            <a:pPr lvl="1">
              <a:defRPr sz="1800"/>
            </a:pPr>
            <a:r>
              <a:t>Status: Pending final action items from meeting</a:t>
            </a:r>
          </a:p>
          <a:p>
            <a:pPr lvl="1">
              <a:defRPr sz="1800"/>
            </a:pPr>
            <a:r>
              <a:t>Owner: TBD</a:t>
            </a:r>
          </a:p>
          <a:p>
            <a:pPr lvl="1">
              <a:defRPr sz="1800"/>
            </a:pPr>
            <a:r>
              <a:t>Due Date: TBD</a:t>
            </a:r>
          </a:p>
          <a:p>
            <a:pPr>
              <a:defRPr sz="1800"/>
            </a:pPr>
            <a:r>
              <a:t>Next Steps:</a:t>
            </a:r>
          </a:p>
          <a:p>
            <a:pPr lvl="1">
              <a:defRPr sz="1800"/>
            </a:pPr>
            <a:r>
              <a:t>Await detailed action item assignments</a:t>
            </a:r>
          </a:p>
          <a:p>
            <a:pPr lvl="1">
              <a:defRPr sz="1800"/>
            </a:pPr>
            <a:r>
              <a:t>Schedule follow-up coordination meeting</a:t>
            </a:r>
          </a:p>
          <a:p>
            <a:pPr lvl="1">
              <a:defRPr sz="1800"/>
            </a:pPr>
            <a:r>
              <a:t>Document final decisions and commitments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</TotalTime>
  <Words>244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Roboto SemiBold</vt:lpstr>
      <vt:lpstr>Roboto Bold</vt:lpstr>
      <vt:lpstr>Roboto</vt:lpstr>
      <vt:lpstr>Roboto Condensed</vt:lpstr>
      <vt:lpstr>Arial</vt:lpstr>
      <vt:lpstr>Roboto Medium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Anatoly Butov</cp:lastModifiedBy>
  <cp:revision>6</cp:revision>
  <dcterms:created xsi:type="dcterms:W3CDTF">2017-02-07T16:52:31Z</dcterms:created>
  <dcterms:modified xsi:type="dcterms:W3CDTF">2026-02-13T14:20:16Z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