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Kickoff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Premier Medical - Cost Optimization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Meeting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Date: Test Session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Topic: Technical Audio Check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Participant: Andrey Kerchin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Purpose: Communication verification and system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Outcome: All audio checks completed successfully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Agreed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Delete Orphaned Azure Resources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Review service utilization for proper usage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Remove unused resources with zero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Focus on toolbox-search and mudworks analytics resources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Expected Monthly Savings: $3,124.29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Expected Annual Savings: $37,491.44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1. Review affected resources: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toolbox-search (Microsoft Search Services)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• azr-dev2-sqldb/mudworks analytics (SQL Database)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2. Verify no active dependencies on orphaned resources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3. Delete identified orphaned resources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4. Monitor cost optimization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