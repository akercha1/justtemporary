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901" r:id="rId39"/>
    <p:sldId id="554" r:id="rId13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/>
              <a:t>Summary</a:t>
            </a:r>
          </a:p>
          <a:p>
            <a:r>
              <a:t>This meeting served as an initial check to evaluate the transcription service's performance. Andrey Kerchin confirmed that the transcription is a key component of the current project and emphasized the necessity for its results to be effectively applied.</a:t>
            </a:r>
          </a:p>
          <a:p/>
          <a:p>
            <a:r>
              <a:rPr b="1"/>
              <a:t>Agreed Recommendations</a:t>
            </a:r>
          </a:p>
          <a:p>
            <a:r>
              <a:t>• The transcription service is being integrated into the project</a:t>
            </a:r>
          </a:p>
          <a:p>
            <a:r>
              <a:t>• The output of the transcription needs to be utilized within the project</a:t>
            </a:r>
          </a:p>
          <a:p/>
          <a:p>
            <a:r>
              <a:rPr b="1"/>
              <a:t>Action Items</a:t>
            </a:r>
          </a:p>
          <a:p>
            <a:r>
              <a:t>1. Verify transcription accuracy and functionality — Andrey Kerchin</a:t>
            </a:r>
          </a:p>
          <a:p>
            <a:r>
              <a:t>2. Integrate transcription output into the project — Andrey Kerchin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