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ngesInfos/changesInfo1.xml" ContentType="application/vnd.ms-powerpoint.changesinfo+xml"/>
  <Override PartName="/ppt/commentAuthors.xml" ContentType="application/vnd.openxmlformats-officedocument.presentationml.commentAuthors+xml"/>
  <Override PartName="/ppt/handoutMasters/handoutMaster1.xml" ContentType="application/vnd.openxmlformats-officedocument.presentationml.handoutMaster+xml"/>
  <Override PartName="/ppt/media/image10.svg" ContentType="image/svg+xml"/>
  <Override PartName="/ppt/media/image12.svg" ContentType="image/svg+xml"/>
  <Override PartName="/ppt/media/image14.svg" ContentType="image/svg+xml"/>
  <Override PartName="/ppt/media/image16.svg" ContentType="image/svg+xml"/>
  <Override PartName="/ppt/media/image19.svg" ContentType="image/svg+xml"/>
  <Override PartName="/ppt/media/image5.svg" ContentType="image/svg+xml"/>
  <Override PartName="/ppt/media/image8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>
  <p:sldMasterIdLst>
    <p:sldMasterId id="2147483818" r:id="rId4"/>
  </p:sldMasterIdLst>
  <p:notesMasterIdLst>
    <p:notesMasterId r:id="rId14"/>
  </p:notesMasterIdLst>
  <p:handoutMasterIdLst>
    <p:handoutMasterId r:id="rId15"/>
  </p:handoutMasterIdLst>
  <p:sldIdLst>
    <p:sldId id="517" r:id="rId5"/>
    <p:sldId id="898" r:id="rId6"/>
    <p:sldId id="867" r:id="rId7"/>
    <p:sldId id="854" r:id="rId8"/>
    <p:sldId id="900" r:id="rId9"/>
    <p:sldId id="866" r:id="rId10"/>
    <p:sldId id="858" r:id="rId11"/>
    <p:sldId id="859" r:id="rId12"/>
    <p:sldId id="554" r:id="rId13"/>
    <p:sldId id="901" r:id="rId39"/>
    <p:sldId id="902" r:id="rId40"/>
  </p:sldIdLst>
  <p:sldSz cx="12192000" cy="6858000"/>
  <p:notesSz cx="6858000" cy="9144000"/>
  <p:embeddedFontLst>
    <p:embeddedFont>
      <p:font typeface="Calibri" panose="020F0502020204030204" pitchFamily="34" charset="0"/>
      <p:regular r:id="rId16"/>
      <p:bold r:id="rId17"/>
      <p:italic r:id="rId18"/>
      <p:boldItalic r:id="rId19"/>
    </p:embeddedFont>
    <p:embeddedFont>
      <p:font typeface="Roboto Medium" panose="020B0604020202020204" charset="0"/>
      <p:regular r:id="rId20"/>
      <p:italic r:id="rId21"/>
    </p:embeddedFont>
    <p:embeddedFont>
      <p:font typeface="Roboto" panose="02000000000000000000" pitchFamily="2" charset="0"/>
      <p:regular r:id="rId22"/>
      <p:bold r:id="rId23"/>
      <p:italic r:id="rId24"/>
      <p:boldItalic r:id="rId25"/>
    </p:embeddedFont>
    <p:embeddedFont>
      <p:font typeface="Roboto SemiBold" panose="020B0604020202020204" charset="0"/>
      <p:bold r:id="rId26"/>
      <p:boldItalic r:id="rId27"/>
    </p:embeddedFont>
    <p:embeddedFont>
      <p:font typeface="Roboto Condensed" panose="02000000000000000000" pitchFamily="2" charset="0"/>
      <p:regular r:id="rId28"/>
      <p:bold r:id="rId29"/>
      <p:italic r:id="rId30"/>
      <p:boldItalic r:id="rId31"/>
    </p:embeddedFont>
    <p:embeddedFont>
      <p:font typeface="Roboto Bold" panose="020B0604020202020204" charset="0"/>
      <p:bold r:id="rId32"/>
    </p:embeddedFont>
  </p:embeddedFont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troduction" id="{59014E50-F991-4DF5-A5F5-64CA37A13CA8}">
          <p14:sldIdLst>
            <p14:sldId id="517"/>
          </p14:sldIdLst>
        </p14:section>
        <p14:section name="Section Slides" id="{502D1B3B-7C01-4062-B116-1DA2EBD8360A}">
          <p14:sldIdLst>
            <p14:sldId id="898"/>
            <p14:sldId id="867"/>
            <p14:sldId id="854"/>
            <p14:sldId id="900"/>
            <p14:sldId id="866"/>
            <p14:sldId id="858"/>
            <p14:sldId id="859"/>
            <p14:sldId id="554"/>
          </p14:sldIdLst>
        </p14:section>
        <p14:section name="Appendix 1" id="{E0A971DB-1AB1-40CD-A5F1-F004523A24B7}">
          <p14:sldIdLst/>
        </p14:section>
      </p14:sectionLst>
    </p:ext>
    <p:ext uri="{EFAFB233-063F-42B5-8137-9DF3F51BA10A}">
      <p15:sldGuideLst xmlns:p15="http://schemas.microsoft.com/office/powerpoint/2012/main">
        <p15:guide id="3" orient="horz" pos="436" userDrawn="1">
          <p15:clr>
            <a:srgbClr val="A4A3A4"/>
          </p15:clr>
        </p15:guide>
        <p15:guide id="4" orient="horz" pos="3912" userDrawn="1">
          <p15:clr>
            <a:srgbClr val="A4A3A4"/>
          </p15:clr>
        </p15:guide>
        <p15:guide id="5" pos="7224" userDrawn="1">
          <p15:clr>
            <a:srgbClr val="A4A3A4"/>
          </p15:clr>
        </p15:guide>
        <p15:guide id="8" orient="horz" pos="527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Anatoly Butov" initials="AB" lastIdx="1" clrIdx="0">
    <p:extLst>
      <p:ext uri="{19B8F6BF-5375-455C-9EA6-DF929625EA0E}">
        <p15:presenceInfo xmlns:p15="http://schemas.microsoft.com/office/powerpoint/2012/main" userId="Anatoly Butov" providerId="Non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EDEEE"/>
    <a:srgbClr val="F27242"/>
    <a:srgbClr val="F5F5FA"/>
    <a:srgbClr val="E85D3D"/>
    <a:srgbClr val="ED673F"/>
    <a:srgbClr val="E1F2FE"/>
    <a:srgbClr val="E6E6F2"/>
    <a:srgbClr val="EBEBF5"/>
    <a:srgbClr val="FFFFFF"/>
    <a:srgbClr val="20465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2DE63D5-997A-4646-A377-4702673A728D}" styleName="Светлый стиль 2 — акцент 3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</a:tcStyle>
    </a:band1H>
    <a:band1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1V>
    <a:band2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3"/>
        </a:fillRef>
      </a:tcStyle>
    </a:firstRow>
  </a:tblStyle>
  <a:tblStyle styleId="{69012ECD-51FC-41F1-AA8D-1B2483CD663E}" styleName="Светлый стиль 2 — акцент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7E9639D4-E3E2-4D34-9284-5A2195B3D0D7}" styleName="Светлый стиль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E8034E78-7F5D-4C2E-B375-FC64B27BC917}" styleName="Темный стиль 1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dk1">
              <a:tint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dk1">
              <a:tint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dk1">
              <a:tint val="6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6E25E649-3F16-4E02-A733-19D2CDBF48F0}" styleName="Medium Style 3 - Accent 1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D7AC3CCA-C797-4891-BE02-D94E43425B78}" styleName="Medium Style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  <a:tblStyle styleId="{69CF1AB2-1976-4502-BF36-3FF5EA218861}" styleName="Medium Style 4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9" d="100"/>
          <a:sy n="109" d="100"/>
        </p:scale>
        <p:origin x="636" y="102"/>
      </p:cViewPr>
      <p:guideLst>
        <p:guide orient="horz" pos="436"/>
        <p:guide orient="horz" pos="3912"/>
        <p:guide pos="7224"/>
        <p:guide orient="horz" pos="527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66" d="100"/>
          <a:sy n="66" d="100"/>
        </p:scale>
        <p:origin x="0" y="0"/>
      </p:cViewPr>
      <p:guideLst/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6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3" Type="http://schemas.openxmlformats.org/officeDocument/2006/relationships/slide" Target="slides/slide9.xml"/><Relationship Id="rId14" Type="http://schemas.openxmlformats.org/officeDocument/2006/relationships/notesMaster" Target="notesMasters/notesMaster1.xml"/><Relationship Id="rId15" Type="http://schemas.openxmlformats.org/officeDocument/2006/relationships/handoutMaster" Target="handoutMasters/handoutMaster1.xml"/><Relationship Id="rId16" Type="http://schemas.openxmlformats.org/officeDocument/2006/relationships/font" Target="fonts/font1.fntdata"/><Relationship Id="rId17" Type="http://schemas.openxmlformats.org/officeDocument/2006/relationships/font" Target="fonts/font2.fntdata"/><Relationship Id="rId18" Type="http://schemas.openxmlformats.org/officeDocument/2006/relationships/font" Target="fonts/font3.fntdata"/><Relationship Id="rId19" Type="http://schemas.openxmlformats.org/officeDocument/2006/relationships/font" Target="fonts/font4.fntdata"/><Relationship Id="rId20" Type="http://schemas.openxmlformats.org/officeDocument/2006/relationships/font" Target="fonts/font5.fntdata"/><Relationship Id="rId21" Type="http://schemas.openxmlformats.org/officeDocument/2006/relationships/font" Target="fonts/font6.fntdata"/><Relationship Id="rId22" Type="http://schemas.openxmlformats.org/officeDocument/2006/relationships/font" Target="fonts/font7.fntdata"/><Relationship Id="rId23" Type="http://schemas.openxmlformats.org/officeDocument/2006/relationships/font" Target="fonts/font8.fntdata"/><Relationship Id="rId24" Type="http://schemas.openxmlformats.org/officeDocument/2006/relationships/font" Target="fonts/font9.fntdata"/><Relationship Id="rId25" Type="http://schemas.openxmlformats.org/officeDocument/2006/relationships/font" Target="fonts/font10.fntdata"/><Relationship Id="rId26" Type="http://schemas.openxmlformats.org/officeDocument/2006/relationships/font" Target="fonts/font11.fntdata"/><Relationship Id="rId27" Type="http://schemas.openxmlformats.org/officeDocument/2006/relationships/font" Target="fonts/font12.fntdata"/><Relationship Id="rId28" Type="http://schemas.openxmlformats.org/officeDocument/2006/relationships/font" Target="fonts/font13.fntdata"/><Relationship Id="rId29" Type="http://schemas.openxmlformats.org/officeDocument/2006/relationships/font" Target="fonts/font14.fntdata"/><Relationship Id="rId30" Type="http://schemas.openxmlformats.org/officeDocument/2006/relationships/font" Target="fonts/font15.fntdata"/><Relationship Id="rId31" Type="http://schemas.openxmlformats.org/officeDocument/2006/relationships/font" Target="fonts/font16.fntdata"/><Relationship Id="rId32" Type="http://schemas.openxmlformats.org/officeDocument/2006/relationships/font" Target="fonts/font17.fntdata"/><Relationship Id="rId33" Type="http://schemas.openxmlformats.org/officeDocument/2006/relationships/commentAuthors" Target="commentAuthors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Relationship Id="rId38" Type="http://schemas.microsoft.com/office/2016/11/relationships/changesInfo" Target="changesInfos/changesInfo1.xml"/><Relationship Id="rId39" Type="http://schemas.openxmlformats.org/officeDocument/2006/relationships/slide" Target="slides/slide10.xml"/><Relationship Id="rId40" Type="http://schemas.openxmlformats.org/officeDocument/2006/relationships/slide" Target="slides/slide1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Victor Mushkatin" userId="477e917c-2c56-40a2-8217-2c18f48381cf" providerId="ADAL" clId="{EF01442C-DAAA-4D21-B1C0-B861AC057066}"/>
    <pc:docChg chg="undo custSel modSld">
      <pc:chgData name="Victor Mushkatin" userId="477e917c-2c56-40a2-8217-2c18f48381cf" providerId="ADAL" clId="{EF01442C-DAAA-4D21-B1C0-B861AC057066}" dt="2026-02-11T16:39:22.065" v="98" actId="1076"/>
      <pc:docMkLst>
        <pc:docMk/>
      </pc:docMkLst>
      <pc:sldChg chg="modSp mod">
        <pc:chgData name="Victor Mushkatin" userId="477e917c-2c56-40a2-8217-2c18f48381cf" providerId="ADAL" clId="{EF01442C-DAAA-4D21-B1C0-B861AC057066}" dt="2026-02-11T16:39:22.065" v="98" actId="1076"/>
        <pc:sldMkLst>
          <pc:docMk/>
          <pc:sldMk cId="3011031008" sldId="854"/>
        </pc:sldMkLst>
        <pc:spChg chg="mod">
          <ac:chgData name="Victor Mushkatin" userId="477e917c-2c56-40a2-8217-2c18f48381cf" providerId="ADAL" clId="{EF01442C-DAAA-4D21-B1C0-B861AC057066}" dt="2026-02-11T16:39:22.065" v="98" actId="1076"/>
          <ac:spMkLst>
            <pc:docMk/>
            <pc:sldMk cId="3011031008" sldId="854"/>
            <ac:spMk id="8" creationId="{E15BAB81-0FF2-CECB-3A1E-DB29A2FA86A4}"/>
          </ac:spMkLst>
        </pc:spChg>
        <pc:grpChg chg="mod">
          <ac:chgData name="Victor Mushkatin" userId="477e917c-2c56-40a2-8217-2c18f48381cf" providerId="ADAL" clId="{EF01442C-DAAA-4D21-B1C0-B861AC057066}" dt="2026-02-11T16:39:16.555" v="97" actId="1076"/>
          <ac:grpSpMkLst>
            <pc:docMk/>
            <pc:sldMk cId="3011031008" sldId="854"/>
            <ac:grpSpMk id="11" creationId="{6338987C-23B1-FE08-EBF7-78310C6EB800}"/>
          </ac:grpSpMkLst>
        </pc:grpChg>
        <pc:grpChg chg="mod">
          <ac:chgData name="Victor Mushkatin" userId="477e917c-2c56-40a2-8217-2c18f48381cf" providerId="ADAL" clId="{EF01442C-DAAA-4D21-B1C0-B861AC057066}" dt="2026-02-11T16:39:22.065" v="98" actId="1076"/>
          <ac:grpSpMkLst>
            <pc:docMk/>
            <pc:sldMk cId="3011031008" sldId="854"/>
            <ac:grpSpMk id="13" creationId="{77FEE79E-83AE-E124-29E0-55CD2904DABC}"/>
          </ac:grpSpMkLst>
        </pc:grpChg>
        <pc:picChg chg="mod">
          <ac:chgData name="Victor Mushkatin" userId="477e917c-2c56-40a2-8217-2c18f48381cf" providerId="ADAL" clId="{EF01442C-DAAA-4D21-B1C0-B861AC057066}" dt="2026-02-11T16:39:22.065" v="98" actId="1076"/>
          <ac:picMkLst>
            <pc:docMk/>
            <pc:sldMk cId="3011031008" sldId="854"/>
            <ac:picMk id="10" creationId="{FA4A7198-9DDB-037E-8A84-19E62CBB35F6}"/>
          </ac:picMkLst>
        </pc:picChg>
      </pc:sldChg>
      <pc:sldChg chg="delSp modSp mod">
        <pc:chgData name="Victor Mushkatin" userId="477e917c-2c56-40a2-8217-2c18f48381cf" providerId="ADAL" clId="{EF01442C-DAAA-4D21-B1C0-B861AC057066}" dt="2026-02-11T16:38:46.063" v="93" actId="20577"/>
        <pc:sldMkLst>
          <pc:docMk/>
          <pc:sldMk cId="2373395902" sldId="867"/>
        </pc:sldMkLst>
        <pc:spChg chg="del mod">
          <ac:chgData name="Victor Mushkatin" userId="477e917c-2c56-40a2-8217-2c18f48381cf" providerId="ADAL" clId="{EF01442C-DAAA-4D21-B1C0-B861AC057066}" dt="2026-02-11T16:38:13.821" v="78" actId="478"/>
          <ac:spMkLst>
            <pc:docMk/>
            <pc:sldMk cId="2373395902" sldId="867"/>
            <ac:spMk id="10" creationId="{162084C0-ECDD-6BD7-8BCB-56FE68CC3202}"/>
          </ac:spMkLst>
        </pc:spChg>
        <pc:spChg chg="mod">
          <ac:chgData name="Victor Mushkatin" userId="477e917c-2c56-40a2-8217-2c18f48381cf" providerId="ADAL" clId="{EF01442C-DAAA-4D21-B1C0-B861AC057066}" dt="2026-02-11T16:37:51.266" v="69" actId="1076"/>
          <ac:spMkLst>
            <pc:docMk/>
            <pc:sldMk cId="2373395902" sldId="867"/>
            <ac:spMk id="11" creationId="{22A7CD4D-0A14-C3FA-A0BC-10FE8E12CB40}"/>
          </ac:spMkLst>
        </pc:spChg>
        <pc:spChg chg="mod">
          <ac:chgData name="Victor Mushkatin" userId="477e917c-2c56-40a2-8217-2c18f48381cf" providerId="ADAL" clId="{EF01442C-DAAA-4D21-B1C0-B861AC057066}" dt="2026-02-11T16:38:27.625" v="82" actId="1076"/>
          <ac:spMkLst>
            <pc:docMk/>
            <pc:sldMk cId="2373395902" sldId="867"/>
            <ac:spMk id="32" creationId="{ACF47DC2-7697-C465-CA46-987F6D78A98B}"/>
          </ac:spMkLst>
        </pc:spChg>
        <pc:spChg chg="mod">
          <ac:chgData name="Victor Mushkatin" userId="477e917c-2c56-40a2-8217-2c18f48381cf" providerId="ADAL" clId="{EF01442C-DAAA-4D21-B1C0-B861AC057066}" dt="2026-02-11T16:38:38.106" v="91" actId="14100"/>
          <ac:spMkLst>
            <pc:docMk/>
            <pc:sldMk cId="2373395902" sldId="867"/>
            <ac:spMk id="33" creationId="{5A14188D-FA17-5B9A-E36D-CAAC34F2FCA9}"/>
          </ac:spMkLst>
        </pc:spChg>
        <pc:spChg chg="mod">
          <ac:chgData name="Victor Mushkatin" userId="477e917c-2c56-40a2-8217-2c18f48381cf" providerId="ADAL" clId="{EF01442C-DAAA-4D21-B1C0-B861AC057066}" dt="2026-02-11T16:38:46.063" v="93" actId="20577"/>
          <ac:spMkLst>
            <pc:docMk/>
            <pc:sldMk cId="2373395902" sldId="867"/>
            <ac:spMk id="44" creationId="{8BB62D15-66AB-F2B1-B552-F50AC4B29F71}"/>
          </ac:spMkLst>
        </pc:spChg>
        <pc:picChg chg="mod">
          <ac:chgData name="Victor Mushkatin" userId="477e917c-2c56-40a2-8217-2c18f48381cf" providerId="ADAL" clId="{EF01442C-DAAA-4D21-B1C0-B861AC057066}" dt="2026-02-11T16:38:16.942" v="79" actId="1076"/>
          <ac:picMkLst>
            <pc:docMk/>
            <pc:sldMk cId="2373395902" sldId="867"/>
            <ac:picMk id="2" creationId="{35C36B66-2CF7-39FF-9E49-8CF707FB1665}"/>
          </ac:picMkLst>
        </pc:picChg>
      </pc:sldChg>
      <pc:sldChg chg="modSp mod">
        <pc:chgData name="Victor Mushkatin" userId="477e917c-2c56-40a2-8217-2c18f48381cf" providerId="ADAL" clId="{EF01442C-DAAA-4D21-B1C0-B861AC057066}" dt="2026-02-11T16:33:23.558" v="1" actId="20577"/>
        <pc:sldMkLst>
          <pc:docMk/>
          <pc:sldMk cId="3973657081" sldId="898"/>
        </pc:sldMkLst>
        <pc:spChg chg="mod">
          <ac:chgData name="Victor Mushkatin" userId="477e917c-2c56-40a2-8217-2c18f48381cf" providerId="ADAL" clId="{EF01442C-DAAA-4D21-B1C0-B861AC057066}" dt="2026-02-11T16:33:23.558" v="1" actId="20577"/>
          <ac:spMkLst>
            <pc:docMk/>
            <pc:sldMk cId="3973657081" sldId="898"/>
            <ac:spMk id="3" creationId="{65288278-67FC-4726-A695-1D860AF79A54}"/>
          </ac:spMkLst>
        </pc:spChg>
      </pc:sldChg>
    </pc:docChg>
  </pc:docChgLst>
</pc:chgInfo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E090C266-16D3-864B-4D5A-03675076A4B8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ZA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5912367-A257-90AD-6BDE-B9A7BE7654A2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7A773A9-CBED-44DB-90BA-A7698E049D88}" type="datetimeFigureOut">
              <a:rPr lang="en-ZA" smtClean="0"/>
              <a:t>2026/02/17</a:t>
            </a:fld>
            <a:endParaRPr lang="en-ZA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0F309B3-5717-C050-0653-378BCF64799B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ZA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63591EE-DB27-FDF4-2FCC-BDCF95618BF3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80C9F4E-5D06-4544-B32A-F5CF0EDEE6C5}" type="slidenum">
              <a:rPr lang="en-ZA" smtClean="0"/>
              <a:t>‹#›</a:t>
            </a:fld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2631050106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851DBFF-E182-4C5E-8F20-A479180A3F0E}" type="datetimeFigureOut">
              <a:rPr lang="ru-RU" smtClean="0"/>
              <a:t>17.02.2026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2BBD861-7F7C-414F-9063-869F200A02E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07383157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286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143" algn="l" defTabSz="914286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286" algn="l" defTabSz="914286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430" algn="l" defTabSz="914286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573" algn="l" defTabSz="914286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5718" algn="l" defTabSz="914286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2858" algn="l" defTabSz="914286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000" algn="l" defTabSz="914286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143" algn="l" defTabSz="914286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28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2BBD861-7F7C-414F-9063-869F200A02E6}" type="slidenum">
              <a:rPr lang="ru-RU" smtClean="0"/>
              <a:t>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907260920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5.sv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hyperlink" Target="https://www.vboxcloud.com/" TargetMode="Externa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Intro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Picture 18" descr="A blue and orange dots on a black background&#10;&#10;Description automatically generated with low confidence">
            <a:extLst>
              <a:ext uri="{FF2B5EF4-FFF2-40B4-BE49-F238E27FC236}">
                <a16:creationId xmlns:a16="http://schemas.microsoft.com/office/drawing/2014/main" id="{FDE02BE1-3C41-5ABC-102F-AEC056F3742A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alphaModFix amt="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0666" r="10945"/>
          <a:stretch/>
        </p:blipFill>
        <p:spPr>
          <a:xfrm>
            <a:off x="6971998" y="0"/>
            <a:ext cx="5220001" cy="5266943"/>
          </a:xfrm>
          <a:prstGeom prst="rect">
            <a:avLst/>
          </a:prstGeom>
        </p:spPr>
      </p:pic>
      <p:sp>
        <p:nvSpPr>
          <p:cNvPr id="20" name="Rectangle 19">
            <a:extLst>
              <a:ext uri="{FF2B5EF4-FFF2-40B4-BE49-F238E27FC236}">
                <a16:creationId xmlns:a16="http://schemas.microsoft.com/office/drawing/2014/main" id="{CD919E4F-E7DF-9AFE-BDA4-0C2EFB3BBF40}"/>
              </a:ext>
            </a:extLst>
          </p:cNvPr>
          <p:cNvSpPr/>
          <p:nvPr userDrawn="1"/>
        </p:nvSpPr>
        <p:spPr>
          <a:xfrm>
            <a:off x="0" y="6411710"/>
            <a:ext cx="12192000" cy="446290"/>
          </a:xfrm>
          <a:prstGeom prst="rect">
            <a:avLst/>
          </a:prstGeom>
          <a:gradFill>
            <a:gsLst>
              <a:gs pos="0">
                <a:srgbClr val="F27242"/>
              </a:gs>
              <a:gs pos="100000">
                <a:srgbClr val="E75D3D"/>
              </a:gs>
            </a:gsLst>
            <a:lin ang="432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ZA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C7F0FD75-569F-E2A4-1780-559BA9192651}"/>
              </a:ext>
            </a:extLst>
          </p:cNvPr>
          <p:cNvSpPr txBox="1"/>
          <p:nvPr userDrawn="1"/>
        </p:nvSpPr>
        <p:spPr>
          <a:xfrm>
            <a:off x="539396" y="6518377"/>
            <a:ext cx="1689454" cy="203326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r>
              <a:rPr lang="en-US" sz="1400" b="1" spc="50" baseline="0" dirty="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Litware.com</a:t>
            </a:r>
            <a:endParaRPr lang="en-ZA" sz="1400" b="1" spc="50" baseline="0" dirty="0">
              <a:solidFill>
                <a:schemeClr val="bg1"/>
              </a:solidFill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BC1D4732-0E92-2605-ABC1-2CAC12EA0C69}"/>
              </a:ext>
            </a:extLst>
          </p:cNvPr>
          <p:cNvSpPr txBox="1"/>
          <p:nvPr userDrawn="1"/>
        </p:nvSpPr>
        <p:spPr>
          <a:xfrm>
            <a:off x="10010769" y="6518377"/>
            <a:ext cx="1689454" cy="220726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algn="r"/>
            <a:fld id="{329ECA23-66F2-4EC3-A2B3-56E360310663}" type="slidenum">
              <a:rPr lang="en-US" sz="1400" b="1" spc="50" baseline="0" smtClean="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‹#›</a:t>
            </a:fld>
            <a:endParaRPr lang="en-ZA" sz="1600" b="1" spc="50" baseline="0">
              <a:solidFill>
                <a:schemeClr val="bg1"/>
              </a:solidFill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sp>
        <p:nvSpPr>
          <p:cNvPr id="61" name="Text Placeholder 59">
            <a:extLst>
              <a:ext uri="{FF2B5EF4-FFF2-40B4-BE49-F238E27FC236}">
                <a16:creationId xmlns:a16="http://schemas.microsoft.com/office/drawing/2014/main" id="{7A1E19B3-BDCC-1021-6A69-B2CE877C7D56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11964" y="4179274"/>
            <a:ext cx="7429502" cy="677108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4400" b="1">
                <a:solidFill>
                  <a:srgbClr val="20465F"/>
                </a:solidFill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None/>
              <a:defRPr sz="3600" b="1"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None/>
              <a:defRPr sz="3600" b="1"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None/>
              <a:defRPr sz="3600" b="1"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None/>
              <a:defRPr sz="3600" b="1"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Slide Title Goes Here</a:t>
            </a:r>
            <a:endParaRPr lang="en-ZA"/>
          </a:p>
        </p:txBody>
      </p:sp>
      <p:sp>
        <p:nvSpPr>
          <p:cNvPr id="65" name="Text Placeholder 64">
            <a:extLst>
              <a:ext uri="{FF2B5EF4-FFF2-40B4-BE49-F238E27FC236}">
                <a16:creationId xmlns:a16="http://schemas.microsoft.com/office/drawing/2014/main" id="{2D529674-CF8B-3D1C-0032-EF9B356C748E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30252" y="4933942"/>
            <a:ext cx="6345065" cy="33239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 indent="0">
              <a:buNone/>
              <a:defRPr b="0">
                <a:solidFill>
                  <a:srgbClr val="F27242"/>
                </a:solidFill>
                <a:latin typeface="Roboto Medium" panose="02000000000000000000" pitchFamily="2" charset="0"/>
                <a:ea typeface="Roboto Medium" panose="02000000000000000000" pitchFamily="2" charset="0"/>
              </a:defRPr>
            </a:lvl1pPr>
          </a:lstStyle>
          <a:p>
            <a:pPr lvl="0"/>
            <a:r>
              <a:rPr lang="en-US"/>
              <a:t>Leader title or presenter name</a:t>
            </a:r>
            <a:endParaRPr lang="en-ZA"/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23587325-34F0-CDD8-9283-02BFDD5C2E4E}"/>
              </a:ext>
            </a:extLst>
          </p:cNvPr>
          <p:cNvCxnSpPr>
            <a:cxnSpLocks/>
          </p:cNvCxnSpPr>
          <p:nvPr userDrawn="1"/>
        </p:nvCxnSpPr>
        <p:spPr>
          <a:xfrm>
            <a:off x="11290300" y="6529740"/>
            <a:ext cx="0" cy="191963"/>
          </a:xfrm>
          <a:prstGeom prst="line">
            <a:avLst/>
          </a:prstGeom>
          <a:ln w="19050">
            <a:solidFill>
              <a:srgbClr val="F4F5F7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" name="Picture 4" descr="A logo with a light bulb and flames&#10;&#10;AI-generated content may be incorrect.">
            <a:extLst>
              <a:ext uri="{FF2B5EF4-FFF2-40B4-BE49-F238E27FC236}">
                <a16:creationId xmlns:a16="http://schemas.microsoft.com/office/drawing/2014/main" id="{3AB6E5D6-2A7B-CA04-995C-4DBE0352D524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73217" y="449565"/>
            <a:ext cx="4725059" cy="22291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2895550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Content Slide_with Eyebrow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59">
            <a:extLst>
              <a:ext uri="{FF2B5EF4-FFF2-40B4-BE49-F238E27FC236}">
                <a16:creationId xmlns:a16="http://schemas.microsoft.com/office/drawing/2014/main" id="{30319606-7CD3-1474-189B-39A62054D547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17980" y="764864"/>
            <a:ext cx="8735748" cy="46166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3000" b="1">
                <a:solidFill>
                  <a:srgbClr val="20465F"/>
                </a:solidFill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None/>
              <a:defRPr sz="3600" b="1"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None/>
              <a:defRPr sz="3600" b="1"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None/>
              <a:defRPr sz="3600" b="1"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None/>
              <a:defRPr sz="3600" b="1"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Slide Title Goes Here</a:t>
            </a:r>
            <a:endParaRPr lang="en-ZA"/>
          </a:p>
        </p:txBody>
      </p:sp>
      <p:sp>
        <p:nvSpPr>
          <p:cNvPr id="11" name="Text Placeholder 59">
            <a:extLst>
              <a:ext uri="{FF2B5EF4-FFF2-40B4-BE49-F238E27FC236}">
                <a16:creationId xmlns:a16="http://schemas.microsoft.com/office/drawing/2014/main" id="{96CF33BC-30B4-9F02-78E5-05BF974967AA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36268" y="498314"/>
            <a:ext cx="8735748" cy="24622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600" b="0" spc="30" baseline="0">
                <a:solidFill>
                  <a:srgbClr val="F27242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defRPr>
            </a:lvl1pPr>
            <a:lvl2pPr marL="457200" indent="0">
              <a:buNone/>
              <a:defRPr sz="3600" b="1"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None/>
              <a:defRPr sz="3600" b="1"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None/>
              <a:defRPr sz="3600" b="1"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None/>
              <a:defRPr sz="3600" b="1"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EYEBROW TITLE GOES HERE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A586074C-C933-FE92-FE97-098449021A4B}"/>
              </a:ext>
            </a:extLst>
          </p:cNvPr>
          <p:cNvSpPr/>
          <p:nvPr userDrawn="1"/>
        </p:nvSpPr>
        <p:spPr>
          <a:xfrm>
            <a:off x="0" y="6411710"/>
            <a:ext cx="12192000" cy="446290"/>
          </a:xfrm>
          <a:prstGeom prst="rect">
            <a:avLst/>
          </a:prstGeom>
          <a:gradFill>
            <a:gsLst>
              <a:gs pos="0">
                <a:srgbClr val="F27242"/>
              </a:gs>
              <a:gs pos="100000">
                <a:srgbClr val="E75D3D"/>
              </a:gs>
            </a:gsLst>
            <a:lin ang="432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ZA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9B28D10-433B-5DBD-D2AE-031E34AEA199}"/>
              </a:ext>
            </a:extLst>
          </p:cNvPr>
          <p:cNvSpPr txBox="1"/>
          <p:nvPr userDrawn="1"/>
        </p:nvSpPr>
        <p:spPr>
          <a:xfrm>
            <a:off x="539396" y="6518377"/>
            <a:ext cx="1689454" cy="203326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r>
              <a:rPr lang="en-US" sz="1400" b="1" spc="50" baseline="0" dirty="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Litware.com</a:t>
            </a:r>
            <a:endParaRPr lang="en-ZA" sz="1400" b="1" spc="50" baseline="0" dirty="0">
              <a:solidFill>
                <a:schemeClr val="bg1"/>
              </a:solidFill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BF68DD9-16A4-66A9-97C3-02D50BAE03B1}"/>
              </a:ext>
            </a:extLst>
          </p:cNvPr>
          <p:cNvSpPr txBox="1"/>
          <p:nvPr userDrawn="1"/>
        </p:nvSpPr>
        <p:spPr>
          <a:xfrm>
            <a:off x="10010769" y="6518377"/>
            <a:ext cx="1689454" cy="220726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algn="r"/>
            <a:fld id="{329ECA23-66F2-4EC3-A2B3-56E360310663}" type="slidenum">
              <a:rPr lang="en-US" sz="1400" b="1" spc="50" baseline="0" smtClean="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‹#›</a:t>
            </a:fld>
            <a:endParaRPr lang="en-ZA" sz="1600" b="1" spc="50" baseline="0">
              <a:solidFill>
                <a:schemeClr val="bg1"/>
              </a:solidFill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5495C22E-C2AF-3A05-96A2-7A489EE39515}"/>
              </a:ext>
            </a:extLst>
          </p:cNvPr>
          <p:cNvCxnSpPr>
            <a:cxnSpLocks/>
          </p:cNvCxnSpPr>
          <p:nvPr userDrawn="1"/>
        </p:nvCxnSpPr>
        <p:spPr>
          <a:xfrm>
            <a:off x="11290300" y="6529740"/>
            <a:ext cx="0" cy="191963"/>
          </a:xfrm>
          <a:prstGeom prst="line">
            <a:avLst/>
          </a:prstGeom>
          <a:ln w="19050">
            <a:solidFill>
              <a:srgbClr val="F4F5F7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ext Placeholder 10">
            <a:extLst>
              <a:ext uri="{FF2B5EF4-FFF2-40B4-BE49-F238E27FC236}">
                <a16:creationId xmlns:a16="http://schemas.microsoft.com/office/drawing/2014/main" id="{52D23826-C713-102E-47CE-BBC5409934CF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703951" y="1871662"/>
            <a:ext cx="10537825" cy="3114675"/>
          </a:xfrm>
          <a:prstGeom prst="rect">
            <a:avLst/>
          </a:prstGeom>
        </p:spPr>
        <p:txBody>
          <a:bodyPr/>
          <a:lstStyle>
            <a:lvl1pPr marL="0" indent="0">
              <a:spcBef>
                <a:spcPts val="0"/>
              </a:spcBef>
              <a:spcAft>
                <a:spcPts val="0"/>
              </a:spcAft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1pPr>
          </a:lstStyle>
          <a:p>
            <a:pPr>
              <a:spcAft>
                <a:spcPts val="600"/>
              </a:spcAft>
              <a:buClr>
                <a:srgbClr val="F17042"/>
              </a:buClr>
            </a:pPr>
            <a:r>
              <a:rPr lang="en-US" sz="1800">
                <a:solidFill>
                  <a:srgbClr val="1D4159"/>
                </a:solidFill>
                <a:latin typeface="Roboto Medium" panose="02000000000000000000" pitchFamily="2" charset="0"/>
                <a:ea typeface="Roboto Medium" panose="02000000000000000000" pitchFamily="2" charset="0"/>
              </a:rPr>
              <a:t>Heading</a:t>
            </a:r>
          </a:p>
          <a:p>
            <a:pPr marL="180000" indent="-180000">
              <a:spcAft>
                <a:spcPts val="300"/>
              </a:spcAft>
              <a:buClr>
                <a:srgbClr val="F17042"/>
              </a:buClr>
              <a:buFont typeface="Arial" panose="020B0604020202020204" pitchFamily="34" charset="0"/>
              <a:buChar char="•"/>
            </a:pPr>
            <a:r>
              <a:rPr lang="en-US" sz="16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Lorem ipsum dolor sit </a:t>
            </a:r>
            <a:r>
              <a:rPr lang="en-US" sz="16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amet</a:t>
            </a:r>
            <a:r>
              <a:rPr lang="en-US" sz="16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, </a:t>
            </a:r>
            <a:r>
              <a:rPr lang="en-US" sz="16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consectetur</a:t>
            </a:r>
            <a:r>
              <a:rPr lang="en-US" sz="16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n-US" sz="16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adipiscing</a:t>
            </a:r>
            <a:r>
              <a:rPr lang="en-US" sz="16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n-US" sz="16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elit</a:t>
            </a:r>
            <a:r>
              <a:rPr lang="en-US" sz="16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.</a:t>
            </a:r>
          </a:p>
          <a:p>
            <a:pPr marL="742950" lvl="1" indent="-285750">
              <a:spcAft>
                <a:spcPts val="1800"/>
              </a:spcAft>
              <a:buClr>
                <a:srgbClr val="F17042"/>
              </a:buClr>
              <a:buFont typeface="Roboto" panose="02000000000000000000" pitchFamily="2" charset="0"/>
              <a:buChar char="―"/>
            </a:pPr>
            <a:r>
              <a:rPr lang="en-US" sz="16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Lorem ipsum dolor sit </a:t>
            </a:r>
            <a:r>
              <a:rPr lang="en-US" sz="16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amet</a:t>
            </a:r>
            <a:r>
              <a:rPr lang="en-US" sz="16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, </a:t>
            </a:r>
            <a:r>
              <a:rPr lang="en-US" sz="16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consectetur</a:t>
            </a:r>
            <a:r>
              <a:rPr lang="en-US" sz="16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n-US" sz="16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adipiscing</a:t>
            </a:r>
            <a:r>
              <a:rPr lang="en-US" sz="16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n-US" sz="16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elit</a:t>
            </a:r>
            <a:r>
              <a:rPr lang="en-US" sz="16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.</a:t>
            </a:r>
          </a:p>
          <a:p>
            <a:pPr>
              <a:spcAft>
                <a:spcPts val="600"/>
              </a:spcAft>
              <a:buClr>
                <a:srgbClr val="F17042"/>
              </a:buClr>
            </a:pPr>
            <a:r>
              <a:rPr lang="en-US" sz="1800">
                <a:solidFill>
                  <a:srgbClr val="1D4159"/>
                </a:solidFill>
                <a:latin typeface="Roboto Medium" panose="02000000000000000000" pitchFamily="2" charset="0"/>
                <a:ea typeface="Roboto Medium" panose="02000000000000000000" pitchFamily="2" charset="0"/>
              </a:rPr>
              <a:t>Heading</a:t>
            </a:r>
          </a:p>
          <a:p>
            <a:pPr marL="180000" indent="-180000">
              <a:spcAft>
                <a:spcPts val="300"/>
              </a:spcAft>
              <a:buClr>
                <a:srgbClr val="F17042"/>
              </a:buClr>
              <a:buFont typeface="Arial" panose="020B0604020202020204" pitchFamily="34" charset="0"/>
              <a:buChar char="•"/>
            </a:pPr>
            <a:r>
              <a:rPr lang="en-US" sz="16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Lorem ipsum dolor sit </a:t>
            </a:r>
            <a:r>
              <a:rPr lang="en-US" sz="16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amet</a:t>
            </a:r>
            <a:r>
              <a:rPr lang="en-US" sz="16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, </a:t>
            </a:r>
            <a:r>
              <a:rPr lang="en-US" sz="16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consectetur</a:t>
            </a:r>
            <a:r>
              <a:rPr lang="en-US" sz="16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n-US" sz="16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adipiscing</a:t>
            </a:r>
            <a:r>
              <a:rPr lang="en-US" sz="16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n-US" sz="16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elit</a:t>
            </a:r>
            <a:r>
              <a:rPr lang="en-US" sz="16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.</a:t>
            </a:r>
          </a:p>
          <a:p>
            <a:pPr marL="742950" lvl="1" indent="-285750">
              <a:spcAft>
                <a:spcPts val="300"/>
              </a:spcAft>
              <a:buClr>
                <a:srgbClr val="F17042"/>
              </a:buClr>
              <a:buFont typeface="Roboto" panose="02000000000000000000" pitchFamily="2" charset="0"/>
              <a:buChar char="―"/>
            </a:pPr>
            <a:r>
              <a:rPr lang="en-US" sz="15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Lorem ipsum dolor sit </a:t>
            </a:r>
            <a:r>
              <a:rPr lang="en-US" sz="15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amet</a:t>
            </a:r>
            <a:r>
              <a:rPr lang="en-US" sz="15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, </a:t>
            </a:r>
            <a:r>
              <a:rPr lang="en-US" sz="15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consectetur</a:t>
            </a:r>
            <a:r>
              <a:rPr lang="en-US" sz="15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n-US" sz="15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adipiscing</a:t>
            </a:r>
            <a:r>
              <a:rPr lang="en-US" sz="15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n-US" sz="15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elit</a:t>
            </a:r>
            <a:r>
              <a:rPr lang="en-US" sz="15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.</a:t>
            </a:r>
          </a:p>
          <a:p>
            <a:pPr marL="1200150" lvl="2" indent="-285750">
              <a:spcAft>
                <a:spcPts val="300"/>
              </a:spcAft>
              <a:buClr>
                <a:srgbClr val="F17042"/>
              </a:buClr>
              <a:buFont typeface="Roboto" panose="02000000000000000000" pitchFamily="2" charset="0"/>
              <a:buChar char="×"/>
            </a:pPr>
            <a:r>
              <a:rPr lang="en-US" sz="15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Lorem ipsum dolor sit </a:t>
            </a:r>
            <a:r>
              <a:rPr lang="en-US" sz="15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amet</a:t>
            </a:r>
            <a:r>
              <a:rPr lang="en-US" sz="15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, </a:t>
            </a:r>
            <a:r>
              <a:rPr lang="en-US" sz="15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consectetur</a:t>
            </a:r>
            <a:r>
              <a:rPr lang="en-US" sz="15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n-US" sz="15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adipiscing</a:t>
            </a:r>
            <a:r>
              <a:rPr lang="en-US" sz="15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n-US" sz="15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elit</a:t>
            </a:r>
            <a:r>
              <a:rPr lang="en-US" sz="15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.</a:t>
            </a:r>
          </a:p>
          <a:p>
            <a:pPr marL="1200150" lvl="2" indent="-285750">
              <a:spcAft>
                <a:spcPts val="300"/>
              </a:spcAft>
              <a:buClr>
                <a:srgbClr val="F17042"/>
              </a:buClr>
              <a:buFont typeface="Roboto" panose="02000000000000000000" pitchFamily="2" charset="0"/>
              <a:buChar char="×"/>
            </a:pPr>
            <a:r>
              <a:rPr lang="en-US" sz="15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Lorem ipsum dolor sit </a:t>
            </a:r>
            <a:r>
              <a:rPr lang="en-US" sz="15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amet</a:t>
            </a:r>
            <a:r>
              <a:rPr lang="en-US" sz="15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, </a:t>
            </a:r>
            <a:r>
              <a:rPr lang="en-US" sz="15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consectetur</a:t>
            </a:r>
            <a:r>
              <a:rPr lang="en-US" sz="15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n-US" sz="15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adipiscing</a:t>
            </a:r>
            <a:r>
              <a:rPr lang="en-US" sz="15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n-US" sz="15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elit</a:t>
            </a:r>
            <a:r>
              <a:rPr lang="en-US" sz="15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.</a:t>
            </a:r>
          </a:p>
          <a:p>
            <a:pPr marL="1200150" lvl="2" indent="-285750">
              <a:spcAft>
                <a:spcPts val="300"/>
              </a:spcAft>
              <a:buClr>
                <a:srgbClr val="F17042"/>
              </a:buClr>
              <a:buFont typeface="Roboto" panose="02000000000000000000" pitchFamily="2" charset="0"/>
              <a:buChar char="×"/>
            </a:pPr>
            <a:r>
              <a:rPr lang="en-US" sz="15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Lorem ipsum dolor sit </a:t>
            </a:r>
            <a:r>
              <a:rPr lang="en-US" sz="15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amet</a:t>
            </a:r>
            <a:r>
              <a:rPr lang="en-US" sz="15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, </a:t>
            </a:r>
            <a:r>
              <a:rPr lang="en-US" sz="15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consectetur</a:t>
            </a:r>
            <a:r>
              <a:rPr lang="en-US" sz="15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n-US" sz="15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adipiscing</a:t>
            </a:r>
            <a:r>
              <a:rPr lang="en-US" sz="15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n-US" sz="15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elit</a:t>
            </a:r>
            <a:r>
              <a:rPr lang="en-US" sz="15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.</a:t>
            </a:r>
          </a:p>
        </p:txBody>
      </p:sp>
      <p:pic>
        <p:nvPicPr>
          <p:cNvPr id="10" name="Picture 9" descr="A logo with a light bulb and flames&#10;&#10;AI-generated content may be incorrect.">
            <a:extLst>
              <a:ext uri="{FF2B5EF4-FFF2-40B4-BE49-F238E27FC236}">
                <a16:creationId xmlns:a16="http://schemas.microsoft.com/office/drawing/2014/main" id="{10EBFB20-C99A-8234-352C-754B2B7872B2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8875" y="0"/>
            <a:ext cx="1837413" cy="8668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94449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rtiary Section Intr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FF4B13AE-30E1-35C7-C661-6D09A794D615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ZA"/>
          </a:p>
        </p:txBody>
      </p:sp>
      <p:sp>
        <p:nvSpPr>
          <p:cNvPr id="4" name="Text Placeholder 59">
            <a:extLst>
              <a:ext uri="{FF2B5EF4-FFF2-40B4-BE49-F238E27FC236}">
                <a16:creationId xmlns:a16="http://schemas.microsoft.com/office/drawing/2014/main" id="{0D00CAD9-51CB-3CAE-A6C7-0E0F954085F5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11964" y="4179274"/>
            <a:ext cx="7429502" cy="677108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4400" b="1">
                <a:solidFill>
                  <a:schemeClr val="tx2"/>
                </a:solidFill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None/>
              <a:defRPr sz="3600" b="1"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None/>
              <a:defRPr sz="3600" b="1"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None/>
              <a:defRPr sz="3600" b="1"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None/>
              <a:defRPr sz="3600" b="1"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Tertiary Section Intro</a:t>
            </a:r>
            <a:endParaRPr lang="en-ZA"/>
          </a:p>
        </p:txBody>
      </p:sp>
      <p:sp>
        <p:nvSpPr>
          <p:cNvPr id="5" name="Text Placeholder 64">
            <a:extLst>
              <a:ext uri="{FF2B5EF4-FFF2-40B4-BE49-F238E27FC236}">
                <a16:creationId xmlns:a16="http://schemas.microsoft.com/office/drawing/2014/main" id="{FDFE99F9-EB6E-5E9D-54C2-37F3B832555B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30252" y="4933942"/>
            <a:ext cx="6345065" cy="387798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 indent="0">
              <a:buNone/>
              <a:defRPr b="0">
                <a:solidFill>
                  <a:schemeClr val="tx2"/>
                </a:solidFill>
                <a:latin typeface="Roboto Medium" panose="02000000000000000000" pitchFamily="2" charset="0"/>
                <a:ea typeface="Roboto Medium" panose="02000000000000000000" pitchFamily="2" charset="0"/>
              </a:defRPr>
            </a:lvl1pPr>
          </a:lstStyle>
          <a:p>
            <a:pPr lvl="0"/>
            <a:r>
              <a:rPr lang="en-US"/>
              <a:t>Name of expert or presenter of section</a:t>
            </a:r>
            <a:endParaRPr lang="en-ZA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93D4F50-6DC7-9C69-6898-94AF04FF7F26}"/>
              </a:ext>
            </a:extLst>
          </p:cNvPr>
          <p:cNvSpPr txBox="1"/>
          <p:nvPr userDrawn="1"/>
        </p:nvSpPr>
        <p:spPr>
          <a:xfrm>
            <a:off x="539396" y="6518377"/>
            <a:ext cx="1689454" cy="203326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r>
              <a:rPr lang="en-US" sz="1400" b="1" spc="50" baseline="0" dirty="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Litware.com</a:t>
            </a:r>
            <a:endParaRPr lang="en-ZA" sz="1400" b="1" spc="50" baseline="0" dirty="0">
              <a:solidFill>
                <a:schemeClr val="tx1"/>
              </a:solidFill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F4B36FE-12B1-66D6-AC44-983968D37691}"/>
              </a:ext>
            </a:extLst>
          </p:cNvPr>
          <p:cNvSpPr txBox="1"/>
          <p:nvPr userDrawn="1"/>
        </p:nvSpPr>
        <p:spPr>
          <a:xfrm>
            <a:off x="10010769" y="6518377"/>
            <a:ext cx="1689454" cy="220726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algn="r"/>
            <a:fld id="{329ECA23-66F2-4EC3-A2B3-56E360310663}" type="slidenum">
              <a:rPr lang="en-US" sz="1400" b="1" spc="50" baseline="0" smtClean="0">
                <a:solidFill>
                  <a:schemeClr val="tx2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‹#›</a:t>
            </a:fld>
            <a:endParaRPr lang="en-ZA" sz="1600" b="1" spc="50" baseline="0">
              <a:solidFill>
                <a:schemeClr val="tx2"/>
              </a:solidFill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05C62490-552D-EDCA-8B0E-C4BC0B927F2D}"/>
              </a:ext>
            </a:extLst>
          </p:cNvPr>
          <p:cNvCxnSpPr>
            <a:cxnSpLocks/>
          </p:cNvCxnSpPr>
          <p:nvPr userDrawn="1"/>
        </p:nvCxnSpPr>
        <p:spPr>
          <a:xfrm>
            <a:off x="11290300" y="6529740"/>
            <a:ext cx="0" cy="191963"/>
          </a:xfrm>
          <a:prstGeom prst="line">
            <a:avLst/>
          </a:prstGeom>
          <a:ln w="1905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" name="Picture 5" descr="A logo with a light bulb and flames&#10;&#10;AI-generated content may be incorrect.">
            <a:extLst>
              <a:ext uri="{FF2B5EF4-FFF2-40B4-BE49-F238E27FC236}">
                <a16:creationId xmlns:a16="http://schemas.microsoft.com/office/drawing/2014/main" id="{EF5B21BB-78B5-A42D-F4CB-F671EBE36950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8875" y="0"/>
            <a:ext cx="1837413" cy="8668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226191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ext Placeholder 59">
            <a:extLst>
              <a:ext uri="{FF2B5EF4-FFF2-40B4-BE49-F238E27FC236}">
                <a16:creationId xmlns:a16="http://schemas.microsoft.com/office/drawing/2014/main" id="{86A76248-BF5A-E59A-A4F4-6E87AE4AEA59}"/>
              </a:ext>
            </a:extLst>
          </p:cNvPr>
          <p:cNvSpPr txBox="1">
            <a:spLocks/>
          </p:cNvSpPr>
          <p:nvPr userDrawn="1"/>
        </p:nvSpPr>
        <p:spPr>
          <a:xfrm>
            <a:off x="537030" y="764864"/>
            <a:ext cx="8735748" cy="46166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Clr>
                <a:schemeClr val="accent2"/>
              </a:buClr>
              <a:buFont typeface="Arial" panose="020B0604020202020204" pitchFamily="34" charset="0"/>
              <a:buNone/>
              <a:defRPr sz="3000" b="1" kern="1200">
                <a:solidFill>
                  <a:srgbClr val="20465F"/>
                </a:solidFill>
                <a:latin typeface="Roboto" panose="02000000000000000000" pitchFamily="2" charset="0"/>
                <a:ea typeface="Roboto" panose="02000000000000000000" pitchFamily="2" charset="0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2"/>
              </a:buClr>
              <a:buFont typeface="Arial" panose="020B0604020202020204" pitchFamily="34" charset="0"/>
              <a:buNone/>
              <a:defRPr sz="3600" b="1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2"/>
              </a:buClr>
              <a:buFont typeface="Arial" panose="020B0604020202020204" pitchFamily="34" charset="0"/>
              <a:buNone/>
              <a:defRPr sz="3600" b="1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2"/>
              </a:buClr>
              <a:buFont typeface="Arial" panose="020B0604020202020204" pitchFamily="34" charset="0"/>
              <a:buNone/>
              <a:defRPr sz="3600" b="1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2"/>
              </a:buClr>
              <a:buFont typeface="Arial" panose="020B0604020202020204" pitchFamily="34" charset="0"/>
              <a:buNone/>
              <a:defRPr sz="3600" b="1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/>
              <a:t>Title of the Slide</a:t>
            </a:r>
            <a:endParaRPr lang="en-ZA"/>
          </a:p>
        </p:txBody>
      </p:sp>
      <p:sp>
        <p:nvSpPr>
          <p:cNvPr id="22" name="Text Placeholder 59">
            <a:extLst>
              <a:ext uri="{FF2B5EF4-FFF2-40B4-BE49-F238E27FC236}">
                <a16:creationId xmlns:a16="http://schemas.microsoft.com/office/drawing/2014/main" id="{CC839256-4BA9-97A8-6790-ACE1AE4E79FC}"/>
              </a:ext>
            </a:extLst>
          </p:cNvPr>
          <p:cNvSpPr txBox="1">
            <a:spLocks/>
          </p:cNvSpPr>
          <p:nvPr userDrawn="1"/>
        </p:nvSpPr>
        <p:spPr>
          <a:xfrm>
            <a:off x="536268" y="498314"/>
            <a:ext cx="8735748" cy="24622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Clr>
                <a:schemeClr val="accent2"/>
              </a:buClr>
              <a:buFont typeface="Arial" panose="020B0604020202020204" pitchFamily="34" charset="0"/>
              <a:buNone/>
              <a:defRPr sz="1600" b="0" kern="1200" spc="30" baseline="0">
                <a:solidFill>
                  <a:srgbClr val="F27242"/>
                </a:solidFill>
                <a:latin typeface="Roboto Medium" panose="02000000000000000000" pitchFamily="2" charset="0"/>
                <a:ea typeface="Roboto Medium" panose="02000000000000000000" pitchFamily="2" charset="0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2"/>
              </a:buClr>
              <a:buFont typeface="Arial" panose="020B0604020202020204" pitchFamily="34" charset="0"/>
              <a:buNone/>
              <a:defRPr sz="3600" b="1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2"/>
              </a:buClr>
              <a:buFont typeface="Arial" panose="020B0604020202020204" pitchFamily="34" charset="0"/>
              <a:buNone/>
              <a:defRPr sz="3600" b="1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2"/>
              </a:buClr>
              <a:buFont typeface="Arial" panose="020B0604020202020204" pitchFamily="34" charset="0"/>
              <a:buNone/>
              <a:defRPr sz="3600" b="1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2"/>
              </a:buClr>
              <a:buFont typeface="Arial" panose="020B0604020202020204" pitchFamily="34" charset="0"/>
              <a:buNone/>
              <a:defRPr sz="3600" b="1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EYEBROW TITLE</a:t>
            </a:r>
          </a:p>
        </p:txBody>
      </p: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6826A281-BA45-22FA-A5B4-B7DFCC8F4EC2}"/>
              </a:ext>
            </a:extLst>
          </p:cNvPr>
          <p:cNvSpPr/>
          <p:nvPr userDrawn="1"/>
        </p:nvSpPr>
        <p:spPr>
          <a:xfrm>
            <a:off x="1200150" y="2819399"/>
            <a:ext cx="2312362" cy="3020005"/>
          </a:xfrm>
          <a:prstGeom prst="roundRect">
            <a:avLst>
              <a:gd name="adj" fmla="val 5777"/>
            </a:avLst>
          </a:prstGeom>
          <a:solidFill>
            <a:srgbClr val="F5F5FA"/>
          </a:solidFill>
          <a:ln w="15875">
            <a:noFill/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ZA"/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CD425137-2E54-A2EE-26D8-A93931472D45}"/>
              </a:ext>
            </a:extLst>
          </p:cNvPr>
          <p:cNvSpPr/>
          <p:nvPr userDrawn="1"/>
        </p:nvSpPr>
        <p:spPr>
          <a:xfrm>
            <a:off x="3750413" y="2819399"/>
            <a:ext cx="2312362" cy="3020005"/>
          </a:xfrm>
          <a:prstGeom prst="roundRect">
            <a:avLst>
              <a:gd name="adj" fmla="val 5777"/>
            </a:avLst>
          </a:prstGeom>
          <a:solidFill>
            <a:srgbClr val="F5F5FA"/>
          </a:solidFill>
          <a:ln w="15875">
            <a:noFill/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ZA"/>
          </a:p>
        </p:txBody>
      </p:sp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35034BBE-0F7B-F10B-DC3A-0431AD2F5149}"/>
              </a:ext>
            </a:extLst>
          </p:cNvPr>
          <p:cNvSpPr/>
          <p:nvPr userDrawn="1"/>
        </p:nvSpPr>
        <p:spPr>
          <a:xfrm>
            <a:off x="6300675" y="2819399"/>
            <a:ext cx="2312362" cy="3020005"/>
          </a:xfrm>
          <a:prstGeom prst="roundRect">
            <a:avLst>
              <a:gd name="adj" fmla="val 5777"/>
            </a:avLst>
          </a:prstGeom>
          <a:solidFill>
            <a:srgbClr val="F5F5FA"/>
          </a:solidFill>
          <a:ln w="15875">
            <a:noFill/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ZA"/>
          </a:p>
        </p:txBody>
      </p:sp>
      <p:sp>
        <p:nvSpPr>
          <p:cNvPr id="28" name="Rectangle: Rounded Corners 27">
            <a:extLst>
              <a:ext uri="{FF2B5EF4-FFF2-40B4-BE49-F238E27FC236}">
                <a16:creationId xmlns:a16="http://schemas.microsoft.com/office/drawing/2014/main" id="{2C00E9E0-613B-6CB5-4CEE-626AAB716AAC}"/>
              </a:ext>
            </a:extLst>
          </p:cNvPr>
          <p:cNvSpPr/>
          <p:nvPr userDrawn="1"/>
        </p:nvSpPr>
        <p:spPr>
          <a:xfrm>
            <a:off x="8850938" y="2819399"/>
            <a:ext cx="2312362" cy="3020005"/>
          </a:xfrm>
          <a:prstGeom prst="roundRect">
            <a:avLst>
              <a:gd name="adj" fmla="val 5777"/>
            </a:avLst>
          </a:prstGeom>
          <a:solidFill>
            <a:srgbClr val="F5F5FA"/>
          </a:solidFill>
          <a:ln w="15875">
            <a:noFill/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ZA"/>
          </a:p>
        </p:txBody>
      </p:sp>
      <p:sp>
        <p:nvSpPr>
          <p:cNvPr id="35" name="Rectangle: Top Corners Rounded 34">
            <a:extLst>
              <a:ext uri="{FF2B5EF4-FFF2-40B4-BE49-F238E27FC236}">
                <a16:creationId xmlns:a16="http://schemas.microsoft.com/office/drawing/2014/main" id="{4D653E69-3324-CF4D-CB4D-4D1E9013CAE1}"/>
              </a:ext>
            </a:extLst>
          </p:cNvPr>
          <p:cNvSpPr/>
          <p:nvPr userDrawn="1"/>
        </p:nvSpPr>
        <p:spPr>
          <a:xfrm rot="10800000">
            <a:off x="1200149" y="5705474"/>
            <a:ext cx="2312362" cy="133929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ZA"/>
          </a:p>
        </p:txBody>
      </p:sp>
      <p:sp>
        <p:nvSpPr>
          <p:cNvPr id="36" name="Rectangle: Top Corners Rounded 35">
            <a:extLst>
              <a:ext uri="{FF2B5EF4-FFF2-40B4-BE49-F238E27FC236}">
                <a16:creationId xmlns:a16="http://schemas.microsoft.com/office/drawing/2014/main" id="{7C09F21A-8E9C-EC91-6978-D116CD8B8C9F}"/>
              </a:ext>
            </a:extLst>
          </p:cNvPr>
          <p:cNvSpPr/>
          <p:nvPr userDrawn="1"/>
        </p:nvSpPr>
        <p:spPr>
          <a:xfrm rot="10800000">
            <a:off x="3747961" y="5705474"/>
            <a:ext cx="2312362" cy="133929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ZA"/>
          </a:p>
        </p:txBody>
      </p:sp>
      <p:sp>
        <p:nvSpPr>
          <p:cNvPr id="37" name="Rectangle: Top Corners Rounded 36">
            <a:extLst>
              <a:ext uri="{FF2B5EF4-FFF2-40B4-BE49-F238E27FC236}">
                <a16:creationId xmlns:a16="http://schemas.microsoft.com/office/drawing/2014/main" id="{7E30C93A-0C8D-593C-2F48-66A032EDBAA5}"/>
              </a:ext>
            </a:extLst>
          </p:cNvPr>
          <p:cNvSpPr/>
          <p:nvPr userDrawn="1"/>
        </p:nvSpPr>
        <p:spPr>
          <a:xfrm rot="10800000">
            <a:off x="6300674" y="5705474"/>
            <a:ext cx="2312362" cy="133929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ZA"/>
          </a:p>
        </p:txBody>
      </p:sp>
      <p:sp>
        <p:nvSpPr>
          <p:cNvPr id="38" name="Rectangle: Top Corners Rounded 37">
            <a:extLst>
              <a:ext uri="{FF2B5EF4-FFF2-40B4-BE49-F238E27FC236}">
                <a16:creationId xmlns:a16="http://schemas.microsoft.com/office/drawing/2014/main" id="{4DE35A8D-DA7F-141E-6135-93C67CB6BC54}"/>
              </a:ext>
            </a:extLst>
          </p:cNvPr>
          <p:cNvSpPr/>
          <p:nvPr userDrawn="1"/>
        </p:nvSpPr>
        <p:spPr>
          <a:xfrm rot="10800000">
            <a:off x="8850935" y="5705474"/>
            <a:ext cx="2312362" cy="133929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ZA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785C883E-4CE2-3C96-8EBB-CB6ABCAC00A6}"/>
              </a:ext>
            </a:extLst>
          </p:cNvPr>
          <p:cNvSpPr/>
          <p:nvPr userDrawn="1"/>
        </p:nvSpPr>
        <p:spPr>
          <a:xfrm>
            <a:off x="0" y="6411710"/>
            <a:ext cx="12192000" cy="446290"/>
          </a:xfrm>
          <a:prstGeom prst="rect">
            <a:avLst/>
          </a:prstGeom>
          <a:gradFill>
            <a:gsLst>
              <a:gs pos="0">
                <a:srgbClr val="F27242"/>
              </a:gs>
              <a:gs pos="100000">
                <a:srgbClr val="E75D3D"/>
              </a:gs>
            </a:gsLst>
            <a:lin ang="432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ZA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D482F796-AB7F-F650-64E9-ED2302202F67}"/>
              </a:ext>
            </a:extLst>
          </p:cNvPr>
          <p:cNvSpPr txBox="1"/>
          <p:nvPr userDrawn="1"/>
        </p:nvSpPr>
        <p:spPr>
          <a:xfrm>
            <a:off x="539396" y="6518377"/>
            <a:ext cx="1689454" cy="203326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r>
              <a:rPr lang="en-US" sz="1400" b="1" spc="50" baseline="0" dirty="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Litware.com</a:t>
            </a:r>
            <a:endParaRPr lang="en-ZA" sz="1400" b="1" spc="50" baseline="0" dirty="0">
              <a:solidFill>
                <a:schemeClr val="bg1"/>
              </a:solidFill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B6730119-D160-9413-DFCB-18FF1D73CBBD}"/>
              </a:ext>
            </a:extLst>
          </p:cNvPr>
          <p:cNvSpPr txBox="1"/>
          <p:nvPr userDrawn="1"/>
        </p:nvSpPr>
        <p:spPr>
          <a:xfrm>
            <a:off x="10010769" y="6518377"/>
            <a:ext cx="1689454" cy="220726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algn="r"/>
            <a:fld id="{329ECA23-66F2-4EC3-A2B3-56E360310663}" type="slidenum">
              <a:rPr lang="en-US" sz="1400" b="1" spc="50" baseline="0" smtClean="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‹#›</a:t>
            </a:fld>
            <a:endParaRPr lang="en-ZA" sz="1600" b="1" spc="50" baseline="0">
              <a:solidFill>
                <a:schemeClr val="bg1"/>
              </a:solidFill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51E976CA-CBAB-CEBB-F598-CE8B66B48FDE}"/>
              </a:ext>
            </a:extLst>
          </p:cNvPr>
          <p:cNvCxnSpPr>
            <a:cxnSpLocks/>
          </p:cNvCxnSpPr>
          <p:nvPr userDrawn="1"/>
        </p:nvCxnSpPr>
        <p:spPr>
          <a:xfrm>
            <a:off x="11290300" y="6529740"/>
            <a:ext cx="0" cy="191963"/>
          </a:xfrm>
          <a:prstGeom prst="line">
            <a:avLst/>
          </a:prstGeom>
          <a:ln w="19050">
            <a:solidFill>
              <a:srgbClr val="F4F5F7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Text Placeholder 49">
            <a:extLst>
              <a:ext uri="{FF2B5EF4-FFF2-40B4-BE49-F238E27FC236}">
                <a16:creationId xmlns:a16="http://schemas.microsoft.com/office/drawing/2014/main" id="{673C9FB0-8006-78BE-B3C0-36FEBEBDA3E1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927828" y="3189377"/>
            <a:ext cx="1952625" cy="2443162"/>
          </a:xfrm>
        </p:spPr>
        <p:txBody>
          <a:bodyPr/>
          <a:lstStyle>
            <a:lvl1pPr marL="0" algn="ctr">
              <a:defRPr b="1">
                <a:latin typeface="+mj-lt"/>
              </a:defRPr>
            </a:lvl1pPr>
            <a:lvl2pPr marL="0" algn="ctr">
              <a:defRPr sz="1400"/>
            </a:lvl2pPr>
            <a:lvl3pPr marL="0" algn="ctr">
              <a:defRPr/>
            </a:lvl3pPr>
            <a:lvl4pPr marL="0" algn="ctr">
              <a:defRPr/>
            </a:lvl4pPr>
            <a:lvl5pPr marL="0" algn="ctr">
              <a:defRPr/>
            </a:lvl5pPr>
          </a:lstStyle>
          <a:p>
            <a:pPr lvl="0"/>
            <a:r>
              <a:rPr lang="en-US"/>
              <a:t>Heading Two</a:t>
            </a:r>
          </a:p>
          <a:p>
            <a:pPr lvl="1"/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conesectetur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</a:t>
            </a:r>
          </a:p>
          <a:p>
            <a:pPr lvl="1"/>
            <a:endParaRPr lang="en-US"/>
          </a:p>
          <a:p>
            <a:pPr lvl="2"/>
            <a:r>
              <a:rPr lang="en-US"/>
              <a:t>List Item 1</a:t>
            </a:r>
          </a:p>
          <a:p>
            <a:pPr marL="0" marR="0" lvl="2" indent="0" algn="ctr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List Item 2</a:t>
            </a:r>
          </a:p>
          <a:p>
            <a:pPr marL="0" marR="0" lvl="2" indent="0" algn="ctr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List Item 3</a:t>
            </a:r>
          </a:p>
          <a:p>
            <a:pPr marL="0" marR="0" lvl="2" indent="0" algn="ctr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List Item 4</a:t>
            </a:r>
          </a:p>
        </p:txBody>
      </p:sp>
      <p:sp>
        <p:nvSpPr>
          <p:cNvPr id="51" name="Text Placeholder 49">
            <a:extLst>
              <a:ext uri="{FF2B5EF4-FFF2-40B4-BE49-F238E27FC236}">
                <a16:creationId xmlns:a16="http://schemas.microsoft.com/office/drawing/2014/main" id="{BBA086A6-2160-CA36-B706-22D8F0D81B8B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384123" y="3189377"/>
            <a:ext cx="1952625" cy="2443162"/>
          </a:xfrm>
        </p:spPr>
        <p:txBody>
          <a:bodyPr/>
          <a:lstStyle>
            <a:lvl1pPr marL="0" algn="ctr">
              <a:defRPr b="1">
                <a:latin typeface="+mj-lt"/>
              </a:defRPr>
            </a:lvl1pPr>
            <a:lvl2pPr marL="0" algn="ctr">
              <a:defRPr sz="1400"/>
            </a:lvl2pPr>
            <a:lvl3pPr marL="0" algn="ctr">
              <a:defRPr/>
            </a:lvl3pPr>
            <a:lvl4pPr marL="0" algn="ctr">
              <a:defRPr/>
            </a:lvl4pPr>
            <a:lvl5pPr marL="0" algn="ctr">
              <a:defRPr/>
            </a:lvl5pPr>
          </a:lstStyle>
          <a:p>
            <a:pPr lvl="0"/>
            <a:r>
              <a:rPr lang="en-US"/>
              <a:t>Heading One</a:t>
            </a:r>
          </a:p>
          <a:p>
            <a:pPr lvl="1"/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conesectetur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</a:t>
            </a:r>
          </a:p>
          <a:p>
            <a:pPr lvl="1"/>
            <a:endParaRPr lang="en-US"/>
          </a:p>
          <a:p>
            <a:pPr lvl="2"/>
            <a:r>
              <a:rPr lang="en-US"/>
              <a:t>List Item 1</a:t>
            </a:r>
          </a:p>
          <a:p>
            <a:pPr marL="0" marR="0" lvl="2" indent="0" algn="ctr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List Item 2</a:t>
            </a:r>
          </a:p>
          <a:p>
            <a:pPr marL="0" marR="0" lvl="2" indent="0" algn="ctr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List Item 3</a:t>
            </a:r>
          </a:p>
          <a:p>
            <a:pPr marL="0" marR="0" lvl="2" indent="0" algn="ctr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List Item 4</a:t>
            </a:r>
          </a:p>
        </p:txBody>
      </p:sp>
      <p:sp>
        <p:nvSpPr>
          <p:cNvPr id="53" name="Text Placeholder 49">
            <a:extLst>
              <a:ext uri="{FF2B5EF4-FFF2-40B4-BE49-F238E27FC236}">
                <a16:creationId xmlns:a16="http://schemas.microsoft.com/office/drawing/2014/main" id="{A337F9F5-F86A-BE29-6A33-3E040B9EB109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6480542" y="3189377"/>
            <a:ext cx="1952625" cy="2443162"/>
          </a:xfrm>
        </p:spPr>
        <p:txBody>
          <a:bodyPr/>
          <a:lstStyle>
            <a:lvl1pPr marL="0" algn="ctr">
              <a:defRPr b="1">
                <a:latin typeface="+mj-lt"/>
              </a:defRPr>
            </a:lvl1pPr>
            <a:lvl2pPr marL="0" algn="ctr">
              <a:defRPr sz="1400"/>
            </a:lvl2pPr>
            <a:lvl3pPr marL="0" algn="ctr">
              <a:defRPr/>
            </a:lvl3pPr>
            <a:lvl4pPr marL="0" algn="ctr">
              <a:defRPr/>
            </a:lvl4pPr>
            <a:lvl5pPr marL="0" algn="ctr">
              <a:defRPr/>
            </a:lvl5pPr>
          </a:lstStyle>
          <a:p>
            <a:pPr lvl="0"/>
            <a:r>
              <a:rPr lang="en-US"/>
              <a:t>Heading Three</a:t>
            </a:r>
          </a:p>
          <a:p>
            <a:pPr lvl="1"/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conesectetur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</a:t>
            </a:r>
          </a:p>
          <a:p>
            <a:pPr lvl="1"/>
            <a:endParaRPr lang="en-US"/>
          </a:p>
          <a:p>
            <a:pPr lvl="2"/>
            <a:r>
              <a:rPr lang="en-US"/>
              <a:t>List Item 1</a:t>
            </a:r>
          </a:p>
          <a:p>
            <a:pPr marL="0" marR="0" lvl="2" indent="0" algn="ctr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List Item 2</a:t>
            </a:r>
          </a:p>
          <a:p>
            <a:pPr marL="0" marR="0" lvl="2" indent="0" algn="ctr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List Item 3</a:t>
            </a:r>
          </a:p>
          <a:p>
            <a:pPr marL="0" marR="0" lvl="2" indent="0" algn="ctr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List Item 4</a:t>
            </a:r>
          </a:p>
        </p:txBody>
      </p:sp>
      <p:sp>
        <p:nvSpPr>
          <p:cNvPr id="54" name="Text Placeholder 49">
            <a:extLst>
              <a:ext uri="{FF2B5EF4-FFF2-40B4-BE49-F238E27FC236}">
                <a16:creationId xmlns:a16="http://schemas.microsoft.com/office/drawing/2014/main" id="{FBBC7FAF-A1B4-E8FB-05A4-91FCD2BBC9D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9030803" y="3189377"/>
            <a:ext cx="1952625" cy="2443162"/>
          </a:xfrm>
        </p:spPr>
        <p:txBody>
          <a:bodyPr/>
          <a:lstStyle>
            <a:lvl1pPr marL="0" algn="ctr">
              <a:defRPr b="1">
                <a:latin typeface="+mj-lt"/>
              </a:defRPr>
            </a:lvl1pPr>
            <a:lvl2pPr marL="0" algn="ctr">
              <a:defRPr sz="1400"/>
            </a:lvl2pPr>
            <a:lvl3pPr marL="0" algn="ctr">
              <a:defRPr/>
            </a:lvl3pPr>
            <a:lvl4pPr marL="0" algn="ctr">
              <a:defRPr/>
            </a:lvl4pPr>
            <a:lvl5pPr marL="0" algn="ctr">
              <a:defRPr/>
            </a:lvl5pPr>
          </a:lstStyle>
          <a:p>
            <a:pPr lvl="0"/>
            <a:r>
              <a:rPr lang="en-US"/>
              <a:t>Heading Four</a:t>
            </a:r>
          </a:p>
          <a:p>
            <a:pPr lvl="1"/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conesectetur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</a:t>
            </a:r>
          </a:p>
          <a:p>
            <a:pPr lvl="1"/>
            <a:endParaRPr lang="en-US"/>
          </a:p>
          <a:p>
            <a:pPr lvl="2"/>
            <a:r>
              <a:rPr lang="en-US"/>
              <a:t>List Item 1</a:t>
            </a:r>
          </a:p>
          <a:p>
            <a:pPr marL="0" marR="0" lvl="2" indent="0" algn="ctr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List Item 2</a:t>
            </a:r>
          </a:p>
          <a:p>
            <a:pPr marL="0" marR="0" lvl="2" indent="0" algn="ctr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List Item 3</a:t>
            </a:r>
          </a:p>
          <a:p>
            <a:pPr marL="0" marR="0" lvl="2" indent="0" algn="ctr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List Item 4</a:t>
            </a:r>
          </a:p>
        </p:txBody>
      </p:sp>
      <p:sp>
        <p:nvSpPr>
          <p:cNvPr id="59" name="Picture Placeholder 55">
            <a:extLst>
              <a:ext uri="{FF2B5EF4-FFF2-40B4-BE49-F238E27FC236}">
                <a16:creationId xmlns:a16="http://schemas.microsoft.com/office/drawing/2014/main" id="{E1118D0D-15C8-AD87-4BF5-93D68D59C5CC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292565" y="1676128"/>
            <a:ext cx="2315569" cy="1349626"/>
          </a:xfrm>
          <a:prstGeom prst="round2SameRect">
            <a:avLst>
              <a:gd name="adj1" fmla="val 10983"/>
              <a:gd name="adj2" fmla="val 0"/>
            </a:avLst>
          </a:prstGeom>
          <a:solidFill>
            <a:schemeClr val="tx1"/>
          </a:solidFill>
        </p:spPr>
        <p:txBody>
          <a:bodyPr/>
          <a:lstStyle/>
          <a:p>
            <a:endParaRPr lang="en-ZA"/>
          </a:p>
        </p:txBody>
      </p:sp>
      <p:sp>
        <p:nvSpPr>
          <p:cNvPr id="60" name="Picture Placeholder 55">
            <a:extLst>
              <a:ext uri="{FF2B5EF4-FFF2-40B4-BE49-F238E27FC236}">
                <a16:creationId xmlns:a16="http://schemas.microsoft.com/office/drawing/2014/main" id="{E2E55F33-D896-DDCF-0101-8DC2712BC829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8849330" y="1676128"/>
            <a:ext cx="2315569" cy="1349626"/>
          </a:xfrm>
          <a:prstGeom prst="round2SameRect">
            <a:avLst>
              <a:gd name="adj1" fmla="val 10983"/>
              <a:gd name="adj2" fmla="val 0"/>
            </a:avLst>
          </a:prstGeom>
          <a:solidFill>
            <a:schemeClr val="tx1"/>
          </a:solidFill>
        </p:spPr>
        <p:txBody>
          <a:bodyPr/>
          <a:lstStyle/>
          <a:p>
            <a:endParaRPr lang="en-ZA"/>
          </a:p>
        </p:txBody>
      </p:sp>
      <p:sp>
        <p:nvSpPr>
          <p:cNvPr id="61" name="Picture Placeholder 55">
            <a:extLst>
              <a:ext uri="{FF2B5EF4-FFF2-40B4-BE49-F238E27FC236}">
                <a16:creationId xmlns:a16="http://schemas.microsoft.com/office/drawing/2014/main" id="{B9221AD0-72C3-8769-573E-92ED2B10A6CE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1199397" y="1676128"/>
            <a:ext cx="2313115" cy="1340602"/>
          </a:xfrm>
          <a:prstGeom prst="round2SameRect">
            <a:avLst>
              <a:gd name="adj1" fmla="val 10983"/>
              <a:gd name="adj2" fmla="val 0"/>
            </a:avLst>
          </a:prstGeom>
          <a:solidFill>
            <a:schemeClr val="tx1"/>
          </a:solidFill>
        </p:spPr>
        <p:txBody>
          <a:bodyPr/>
          <a:lstStyle/>
          <a:p>
            <a:endParaRPr lang="en-ZA"/>
          </a:p>
        </p:txBody>
      </p:sp>
      <p:sp>
        <p:nvSpPr>
          <p:cNvPr id="62" name="Picture Placeholder 55">
            <a:extLst>
              <a:ext uri="{FF2B5EF4-FFF2-40B4-BE49-F238E27FC236}">
                <a16:creationId xmlns:a16="http://schemas.microsoft.com/office/drawing/2014/main" id="{AA155B6A-7FB1-3639-222C-65C142A62A2B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3755315" y="1676128"/>
            <a:ext cx="2315569" cy="1349626"/>
          </a:xfrm>
          <a:prstGeom prst="round2SameRect">
            <a:avLst>
              <a:gd name="adj1" fmla="val 10983"/>
              <a:gd name="adj2" fmla="val 0"/>
            </a:avLst>
          </a:prstGeom>
          <a:solidFill>
            <a:schemeClr val="tx1"/>
          </a:solidFill>
        </p:spPr>
        <p:txBody>
          <a:bodyPr/>
          <a:lstStyle/>
          <a:p>
            <a:endParaRPr lang="en-ZA"/>
          </a:p>
        </p:txBody>
      </p:sp>
      <p:pic>
        <p:nvPicPr>
          <p:cNvPr id="3" name="Picture 2" descr="A logo with a light bulb and flames&#10;&#10;AI-generated content may be incorrect.">
            <a:extLst>
              <a:ext uri="{FF2B5EF4-FFF2-40B4-BE49-F238E27FC236}">
                <a16:creationId xmlns:a16="http://schemas.microsoft.com/office/drawing/2014/main" id="{733F5765-F62D-5D74-AB2D-D7F02B229359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8875" y="0"/>
            <a:ext cx="1837413" cy="8668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2988343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 Picture_Large S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Picture Placeholder 31">
            <a:extLst>
              <a:ext uri="{FF2B5EF4-FFF2-40B4-BE49-F238E27FC236}">
                <a16:creationId xmlns:a16="http://schemas.microsoft.com/office/drawing/2014/main" id="{ABDB7842-293C-A131-0CC6-B27D2B7E67CE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0" y="1"/>
            <a:ext cx="12192000" cy="4219574"/>
          </a:xfrm>
          <a:prstGeom prst="rect">
            <a:avLst/>
          </a:prstGeom>
          <a:solidFill>
            <a:srgbClr val="F5F5FA"/>
          </a:solidFill>
        </p:spPr>
        <p:txBody>
          <a:bodyPr anchor="ctr" anchorCtr="0"/>
          <a:lstStyle>
            <a:lvl1pPr algn="ctr">
              <a:defRPr/>
            </a:lvl1pPr>
          </a:lstStyle>
          <a:p>
            <a:endParaRPr lang="en-ZA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0102C82-6941-E00A-DD82-E909EC0C4C63}"/>
              </a:ext>
            </a:extLst>
          </p:cNvPr>
          <p:cNvSpPr/>
          <p:nvPr userDrawn="1"/>
        </p:nvSpPr>
        <p:spPr>
          <a:xfrm>
            <a:off x="0" y="6411710"/>
            <a:ext cx="12192000" cy="446290"/>
          </a:xfrm>
          <a:prstGeom prst="rect">
            <a:avLst/>
          </a:prstGeom>
          <a:gradFill>
            <a:gsLst>
              <a:gs pos="0">
                <a:srgbClr val="F27242"/>
              </a:gs>
              <a:gs pos="100000">
                <a:srgbClr val="E75D3D"/>
              </a:gs>
            </a:gsLst>
            <a:lin ang="432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ZA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064D44D-9C4A-B530-0DDB-0C9CB5AB90A1}"/>
              </a:ext>
            </a:extLst>
          </p:cNvPr>
          <p:cNvSpPr txBox="1"/>
          <p:nvPr userDrawn="1"/>
        </p:nvSpPr>
        <p:spPr>
          <a:xfrm>
            <a:off x="539396" y="6518377"/>
            <a:ext cx="1689454" cy="203326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r>
              <a:rPr lang="en-US" sz="1400" b="1" spc="50" baseline="0" dirty="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Litware.com</a:t>
            </a:r>
            <a:endParaRPr lang="en-ZA" sz="1400" b="1" spc="50" baseline="0" dirty="0">
              <a:solidFill>
                <a:schemeClr val="bg1"/>
              </a:solidFill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8DAB71D-E065-2E0E-1132-3834EF9FA9DD}"/>
              </a:ext>
            </a:extLst>
          </p:cNvPr>
          <p:cNvSpPr txBox="1"/>
          <p:nvPr userDrawn="1"/>
        </p:nvSpPr>
        <p:spPr>
          <a:xfrm>
            <a:off x="10010769" y="6518377"/>
            <a:ext cx="1689454" cy="220726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algn="r"/>
            <a:fld id="{329ECA23-66F2-4EC3-A2B3-56E360310663}" type="slidenum">
              <a:rPr lang="en-US" sz="1400" b="1" spc="50" baseline="0" smtClean="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‹#›</a:t>
            </a:fld>
            <a:endParaRPr lang="en-ZA" sz="1600" b="1" spc="50" baseline="0">
              <a:solidFill>
                <a:schemeClr val="bg1"/>
              </a:solidFill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8DC1BC3B-C546-86A2-6CD4-B20B8659C999}"/>
              </a:ext>
            </a:extLst>
          </p:cNvPr>
          <p:cNvCxnSpPr>
            <a:cxnSpLocks/>
          </p:cNvCxnSpPr>
          <p:nvPr userDrawn="1"/>
        </p:nvCxnSpPr>
        <p:spPr>
          <a:xfrm>
            <a:off x="11290300" y="6529740"/>
            <a:ext cx="0" cy="191963"/>
          </a:xfrm>
          <a:prstGeom prst="line">
            <a:avLst/>
          </a:prstGeom>
          <a:ln w="19050">
            <a:solidFill>
              <a:srgbClr val="F4F5F7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 Placeholder 59">
            <a:extLst>
              <a:ext uri="{FF2B5EF4-FFF2-40B4-BE49-F238E27FC236}">
                <a16:creationId xmlns:a16="http://schemas.microsoft.com/office/drawing/2014/main" id="{FD0C92F8-0847-DF01-CF46-CDC2FEE236C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17980" y="764864"/>
            <a:ext cx="8735748" cy="46166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3000" b="1">
                <a:solidFill>
                  <a:srgbClr val="20465F"/>
                </a:solidFill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None/>
              <a:defRPr sz="3600" b="1"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None/>
              <a:defRPr sz="3600" b="1"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None/>
              <a:defRPr sz="3600" b="1"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None/>
              <a:defRPr sz="3600" b="1"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Slide Title Goes Here</a:t>
            </a:r>
            <a:endParaRPr lang="en-ZA"/>
          </a:p>
        </p:txBody>
      </p:sp>
      <p:sp>
        <p:nvSpPr>
          <p:cNvPr id="4" name="Text Placeholder 59">
            <a:extLst>
              <a:ext uri="{FF2B5EF4-FFF2-40B4-BE49-F238E27FC236}">
                <a16:creationId xmlns:a16="http://schemas.microsoft.com/office/drawing/2014/main" id="{C610C385-0FC6-20C2-4BE8-66513D08987D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36268" y="498314"/>
            <a:ext cx="8735748" cy="24622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600" b="0" spc="30" baseline="0">
                <a:solidFill>
                  <a:srgbClr val="F27242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defRPr>
            </a:lvl1pPr>
            <a:lvl2pPr marL="457200" indent="0">
              <a:buNone/>
              <a:defRPr sz="3600" b="1"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None/>
              <a:defRPr sz="3600" b="1"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None/>
              <a:defRPr sz="3600" b="1"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None/>
              <a:defRPr sz="3600" b="1"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EYEBROW TITLE GOES HERE</a:t>
            </a:r>
          </a:p>
        </p:txBody>
      </p:sp>
      <p:sp>
        <p:nvSpPr>
          <p:cNvPr id="2" name="Text Placeholder 49">
            <a:extLst>
              <a:ext uri="{FF2B5EF4-FFF2-40B4-BE49-F238E27FC236}">
                <a16:creationId xmlns:a16="http://schemas.microsoft.com/office/drawing/2014/main" id="{DCA077AE-8B68-BBC4-EF4C-D1C8C9131B12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49981" y="2785520"/>
            <a:ext cx="873302" cy="673305"/>
          </a:xfrm>
        </p:spPr>
        <p:txBody>
          <a:bodyPr>
            <a:normAutofit/>
          </a:bodyPr>
          <a:lstStyle>
            <a:lvl1pPr marL="0" algn="l">
              <a:defRPr sz="4400" b="1">
                <a:solidFill>
                  <a:schemeClr val="bg1"/>
                </a:solidFill>
                <a:latin typeface="+mj-lt"/>
              </a:defRPr>
            </a:lvl1pPr>
            <a:lvl2pPr marL="0" algn="ctr">
              <a:defRPr sz="1400"/>
            </a:lvl2pPr>
            <a:lvl3pPr marL="0" algn="ctr">
              <a:defRPr/>
            </a:lvl3pPr>
            <a:lvl4pPr marL="0" algn="ctr">
              <a:defRPr/>
            </a:lvl4pPr>
            <a:lvl5pPr marL="0" algn="ctr">
              <a:defRPr/>
            </a:lvl5pPr>
          </a:lstStyle>
          <a:p>
            <a:pPr lvl="0"/>
            <a:r>
              <a:rPr lang="en-US"/>
              <a:t>01</a:t>
            </a:r>
          </a:p>
        </p:txBody>
      </p:sp>
      <p:sp>
        <p:nvSpPr>
          <p:cNvPr id="5" name="Text Placeholder 49">
            <a:extLst>
              <a:ext uri="{FF2B5EF4-FFF2-40B4-BE49-F238E27FC236}">
                <a16:creationId xmlns:a16="http://schemas.microsoft.com/office/drawing/2014/main" id="{08D90403-1E95-FCB9-563F-56D53F722FFF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49982" y="3413105"/>
            <a:ext cx="1790700" cy="289862"/>
          </a:xfrm>
        </p:spPr>
        <p:txBody>
          <a:bodyPr>
            <a:noAutofit/>
          </a:bodyPr>
          <a:lstStyle>
            <a:lvl1pPr marL="0" algn="l">
              <a:defRPr sz="1800" b="1">
                <a:solidFill>
                  <a:schemeClr val="bg1"/>
                </a:solidFill>
                <a:latin typeface="+mj-lt"/>
              </a:defRPr>
            </a:lvl1pPr>
            <a:lvl2pPr marL="0" algn="ctr">
              <a:defRPr sz="1400"/>
            </a:lvl2pPr>
            <a:lvl3pPr marL="0" algn="ctr">
              <a:defRPr/>
            </a:lvl3pPr>
            <a:lvl4pPr marL="0" algn="ctr">
              <a:defRPr/>
            </a:lvl4pPr>
            <a:lvl5pPr marL="0" algn="ctr">
              <a:defRPr/>
            </a:lvl5pPr>
          </a:lstStyle>
          <a:p>
            <a:pPr lvl="0"/>
            <a:r>
              <a:rPr lang="en-US"/>
              <a:t>PLACEHOLDER</a:t>
            </a:r>
          </a:p>
        </p:txBody>
      </p:sp>
      <p:sp>
        <p:nvSpPr>
          <p:cNvPr id="6" name="Text Placeholder 49">
            <a:extLst>
              <a:ext uri="{FF2B5EF4-FFF2-40B4-BE49-F238E27FC236}">
                <a16:creationId xmlns:a16="http://schemas.microsoft.com/office/drawing/2014/main" id="{05EDB0E7-6715-BF90-B0FC-55FDE734B7D2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49982" y="3817254"/>
            <a:ext cx="1790700" cy="289862"/>
          </a:xfrm>
        </p:spPr>
        <p:txBody>
          <a:bodyPr>
            <a:noAutofit/>
          </a:bodyPr>
          <a:lstStyle>
            <a:lvl1pPr marL="0" algn="l">
              <a:defRPr sz="1400" b="0">
                <a:solidFill>
                  <a:schemeClr val="bg1"/>
                </a:solidFill>
                <a:latin typeface="+mn-lt"/>
              </a:defRPr>
            </a:lvl1pPr>
            <a:lvl2pPr marL="0" algn="ctr">
              <a:defRPr sz="1400"/>
            </a:lvl2pPr>
            <a:lvl3pPr marL="0" algn="ctr">
              <a:defRPr/>
            </a:lvl3pPr>
            <a:lvl4pPr marL="0" algn="ctr">
              <a:defRPr/>
            </a:lvl4pPr>
            <a:lvl5pPr marL="0" algn="ctr">
              <a:defRPr/>
            </a:lvl5pPr>
          </a:lstStyle>
          <a:p>
            <a:pPr lvl="0"/>
            <a:r>
              <a:rPr lang="en-US"/>
              <a:t>Eyebrow here</a:t>
            </a:r>
          </a:p>
        </p:txBody>
      </p:sp>
      <p:sp>
        <p:nvSpPr>
          <p:cNvPr id="7" name="Text Placeholder 49">
            <a:extLst>
              <a:ext uri="{FF2B5EF4-FFF2-40B4-BE49-F238E27FC236}">
                <a16:creationId xmlns:a16="http://schemas.microsoft.com/office/drawing/2014/main" id="{1BABCD11-31E4-CBD4-2A8A-DB0AE4F2E914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49981" y="4455020"/>
            <a:ext cx="1877558" cy="1384838"/>
          </a:xfrm>
        </p:spPr>
        <p:txBody>
          <a:bodyPr>
            <a:noAutofit/>
          </a:bodyPr>
          <a:lstStyle>
            <a:lvl1pPr marL="0" algn="l">
              <a:lnSpc>
                <a:spcPct val="100000"/>
              </a:lnSpc>
              <a:defRPr sz="1200" b="0">
                <a:solidFill>
                  <a:schemeClr val="tx1"/>
                </a:solidFill>
                <a:latin typeface="+mn-lt"/>
              </a:defRPr>
            </a:lvl1pPr>
            <a:lvl2pPr marL="0" algn="ctr">
              <a:defRPr sz="1400"/>
            </a:lvl2pPr>
            <a:lvl3pPr marL="0" algn="ctr">
              <a:defRPr/>
            </a:lvl3pPr>
            <a:lvl4pPr marL="0" algn="ctr">
              <a:defRPr/>
            </a:lvl4pPr>
            <a:lvl5pPr marL="0" algn="ctr">
              <a:defRPr/>
            </a:lvl5pPr>
          </a:lstStyle>
          <a:p>
            <a:pPr lvl="0"/>
            <a:r>
              <a:rPr lang="en-US" err="1"/>
              <a:t>Curabitur</a:t>
            </a:r>
            <a:r>
              <a:rPr lang="en-US"/>
              <a:t> vitae ex </a:t>
            </a:r>
            <a:r>
              <a:rPr lang="en-US" err="1"/>
              <a:t>ut</a:t>
            </a:r>
            <a:r>
              <a:rPr lang="en-US"/>
              <a:t> </a:t>
            </a:r>
            <a:r>
              <a:rPr lang="en-US" err="1"/>
              <a:t>leo</a:t>
            </a:r>
            <a:r>
              <a:rPr lang="en-US"/>
              <a:t> </a:t>
            </a:r>
            <a:r>
              <a:rPr lang="en-US" err="1"/>
              <a:t>consectetur</a:t>
            </a:r>
            <a:r>
              <a:rPr lang="en-US"/>
              <a:t> cursus. Vestibulum ante ipsum </a:t>
            </a:r>
            <a:r>
              <a:rPr lang="en-US" err="1"/>
              <a:t>primis</a:t>
            </a:r>
            <a:r>
              <a:rPr lang="en-US"/>
              <a:t> in </a:t>
            </a:r>
            <a:r>
              <a:rPr lang="en-US" err="1"/>
              <a:t>faucibus</a:t>
            </a:r>
            <a:r>
              <a:rPr lang="en-US"/>
              <a:t> </a:t>
            </a:r>
            <a:r>
              <a:rPr lang="en-US" err="1"/>
              <a:t>orci</a:t>
            </a:r>
            <a:r>
              <a:rPr lang="en-US"/>
              <a:t> </a:t>
            </a:r>
            <a:r>
              <a:rPr lang="en-US" err="1"/>
              <a:t>luctus</a:t>
            </a:r>
            <a:r>
              <a:rPr lang="en-US"/>
              <a:t> et </a:t>
            </a:r>
            <a:r>
              <a:rPr lang="en-US" err="1"/>
              <a:t>ultrices</a:t>
            </a:r>
            <a:r>
              <a:rPr lang="en-US"/>
              <a:t> </a:t>
            </a:r>
            <a:r>
              <a:rPr lang="en-US" err="1"/>
              <a:t>posuere</a:t>
            </a:r>
            <a:r>
              <a:rPr lang="en-US"/>
              <a:t> </a:t>
            </a:r>
            <a:r>
              <a:rPr lang="en-US" err="1"/>
              <a:t>cubilia</a:t>
            </a:r>
            <a:r>
              <a:rPr lang="en-US"/>
              <a:t> curae; </a:t>
            </a:r>
            <a:r>
              <a:rPr lang="en-US" err="1"/>
              <a:t>Nullam</a:t>
            </a:r>
            <a:r>
              <a:rPr lang="en-US"/>
              <a:t> non.</a:t>
            </a:r>
          </a:p>
        </p:txBody>
      </p:sp>
      <p:sp>
        <p:nvSpPr>
          <p:cNvPr id="15" name="Text Placeholder 49">
            <a:extLst>
              <a:ext uri="{FF2B5EF4-FFF2-40B4-BE49-F238E27FC236}">
                <a16:creationId xmlns:a16="http://schemas.microsoft.com/office/drawing/2014/main" id="{65D8261F-27E0-F6C7-F626-93BDCE116376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2921431" y="2785520"/>
            <a:ext cx="873302" cy="673305"/>
          </a:xfrm>
        </p:spPr>
        <p:txBody>
          <a:bodyPr>
            <a:normAutofit/>
          </a:bodyPr>
          <a:lstStyle>
            <a:lvl1pPr marL="0" algn="l">
              <a:defRPr sz="4400" b="1">
                <a:solidFill>
                  <a:schemeClr val="bg1"/>
                </a:solidFill>
                <a:latin typeface="+mj-lt"/>
              </a:defRPr>
            </a:lvl1pPr>
            <a:lvl2pPr marL="0" algn="ctr">
              <a:defRPr sz="1400"/>
            </a:lvl2pPr>
            <a:lvl3pPr marL="0" algn="ctr">
              <a:defRPr/>
            </a:lvl3pPr>
            <a:lvl4pPr marL="0" algn="ctr">
              <a:defRPr/>
            </a:lvl4pPr>
            <a:lvl5pPr marL="0" algn="ctr">
              <a:defRPr/>
            </a:lvl5pPr>
          </a:lstStyle>
          <a:p>
            <a:pPr lvl="0"/>
            <a:r>
              <a:rPr lang="en-US"/>
              <a:t>02</a:t>
            </a:r>
          </a:p>
        </p:txBody>
      </p:sp>
      <p:sp>
        <p:nvSpPr>
          <p:cNvPr id="16" name="Text Placeholder 49">
            <a:extLst>
              <a:ext uri="{FF2B5EF4-FFF2-40B4-BE49-F238E27FC236}">
                <a16:creationId xmlns:a16="http://schemas.microsoft.com/office/drawing/2014/main" id="{64A38A8C-1002-D068-8802-8754ECEF6E10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2921432" y="3413105"/>
            <a:ext cx="1790700" cy="289862"/>
          </a:xfrm>
        </p:spPr>
        <p:txBody>
          <a:bodyPr>
            <a:noAutofit/>
          </a:bodyPr>
          <a:lstStyle>
            <a:lvl1pPr marL="0" algn="l">
              <a:defRPr sz="1800" b="1">
                <a:solidFill>
                  <a:schemeClr val="bg1"/>
                </a:solidFill>
                <a:latin typeface="+mj-lt"/>
              </a:defRPr>
            </a:lvl1pPr>
            <a:lvl2pPr marL="0" algn="ctr">
              <a:defRPr sz="1400"/>
            </a:lvl2pPr>
            <a:lvl3pPr marL="0" algn="ctr">
              <a:defRPr/>
            </a:lvl3pPr>
            <a:lvl4pPr marL="0" algn="ctr">
              <a:defRPr/>
            </a:lvl4pPr>
            <a:lvl5pPr marL="0" algn="ctr">
              <a:defRPr/>
            </a:lvl5pPr>
          </a:lstStyle>
          <a:p>
            <a:pPr lvl="0"/>
            <a:r>
              <a:rPr lang="en-US"/>
              <a:t>PLACEHOLDER</a:t>
            </a:r>
          </a:p>
        </p:txBody>
      </p:sp>
      <p:sp>
        <p:nvSpPr>
          <p:cNvPr id="17" name="Text Placeholder 49">
            <a:extLst>
              <a:ext uri="{FF2B5EF4-FFF2-40B4-BE49-F238E27FC236}">
                <a16:creationId xmlns:a16="http://schemas.microsoft.com/office/drawing/2014/main" id="{52795CAE-B18F-E202-B136-1047E7F81A6E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2921432" y="3817254"/>
            <a:ext cx="1790700" cy="289862"/>
          </a:xfrm>
        </p:spPr>
        <p:txBody>
          <a:bodyPr>
            <a:noAutofit/>
          </a:bodyPr>
          <a:lstStyle>
            <a:lvl1pPr marL="0" algn="l">
              <a:defRPr sz="1400" b="0">
                <a:solidFill>
                  <a:schemeClr val="bg1"/>
                </a:solidFill>
                <a:latin typeface="+mn-lt"/>
              </a:defRPr>
            </a:lvl1pPr>
            <a:lvl2pPr marL="0" algn="ctr">
              <a:defRPr sz="1400"/>
            </a:lvl2pPr>
            <a:lvl3pPr marL="0" algn="ctr">
              <a:defRPr/>
            </a:lvl3pPr>
            <a:lvl4pPr marL="0" algn="ctr">
              <a:defRPr/>
            </a:lvl4pPr>
            <a:lvl5pPr marL="0" algn="ctr">
              <a:defRPr/>
            </a:lvl5pPr>
          </a:lstStyle>
          <a:p>
            <a:pPr lvl="0"/>
            <a:r>
              <a:rPr lang="en-US"/>
              <a:t>Eyebrow here</a:t>
            </a:r>
          </a:p>
        </p:txBody>
      </p:sp>
      <p:sp>
        <p:nvSpPr>
          <p:cNvPr id="18" name="Text Placeholder 49">
            <a:extLst>
              <a:ext uri="{FF2B5EF4-FFF2-40B4-BE49-F238E27FC236}">
                <a16:creationId xmlns:a16="http://schemas.microsoft.com/office/drawing/2014/main" id="{0A4E827D-E0F2-DA07-2FF1-F02B1308DD74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2921431" y="4455020"/>
            <a:ext cx="1877558" cy="1384838"/>
          </a:xfrm>
        </p:spPr>
        <p:txBody>
          <a:bodyPr>
            <a:noAutofit/>
          </a:bodyPr>
          <a:lstStyle>
            <a:lvl1pPr marL="0" algn="l">
              <a:lnSpc>
                <a:spcPct val="100000"/>
              </a:lnSpc>
              <a:defRPr sz="1200" b="0">
                <a:solidFill>
                  <a:schemeClr val="tx1"/>
                </a:solidFill>
                <a:latin typeface="+mn-lt"/>
              </a:defRPr>
            </a:lvl1pPr>
            <a:lvl2pPr marL="0" algn="ctr">
              <a:defRPr sz="1400"/>
            </a:lvl2pPr>
            <a:lvl3pPr marL="0" algn="ctr">
              <a:defRPr/>
            </a:lvl3pPr>
            <a:lvl4pPr marL="0" algn="ctr">
              <a:defRPr/>
            </a:lvl4pPr>
            <a:lvl5pPr marL="0" algn="ctr">
              <a:defRPr/>
            </a:lvl5pPr>
          </a:lstStyle>
          <a:p>
            <a:pPr lvl="0"/>
            <a:r>
              <a:rPr lang="en-US" err="1"/>
              <a:t>Curabitur</a:t>
            </a:r>
            <a:r>
              <a:rPr lang="en-US"/>
              <a:t> vitae ex </a:t>
            </a:r>
            <a:r>
              <a:rPr lang="en-US" err="1"/>
              <a:t>ut</a:t>
            </a:r>
            <a:r>
              <a:rPr lang="en-US"/>
              <a:t> </a:t>
            </a:r>
            <a:r>
              <a:rPr lang="en-US" err="1"/>
              <a:t>leo</a:t>
            </a:r>
            <a:r>
              <a:rPr lang="en-US"/>
              <a:t> </a:t>
            </a:r>
            <a:r>
              <a:rPr lang="en-US" err="1"/>
              <a:t>consectetur</a:t>
            </a:r>
            <a:r>
              <a:rPr lang="en-US"/>
              <a:t> cursus. Vestibulum ante ipsum </a:t>
            </a:r>
            <a:r>
              <a:rPr lang="en-US" err="1"/>
              <a:t>primis</a:t>
            </a:r>
            <a:r>
              <a:rPr lang="en-US"/>
              <a:t> in </a:t>
            </a:r>
            <a:r>
              <a:rPr lang="en-US" err="1"/>
              <a:t>faucibus</a:t>
            </a:r>
            <a:r>
              <a:rPr lang="en-US"/>
              <a:t> </a:t>
            </a:r>
            <a:r>
              <a:rPr lang="en-US" err="1"/>
              <a:t>orci</a:t>
            </a:r>
            <a:r>
              <a:rPr lang="en-US"/>
              <a:t> </a:t>
            </a:r>
            <a:r>
              <a:rPr lang="en-US" err="1"/>
              <a:t>luctus</a:t>
            </a:r>
            <a:r>
              <a:rPr lang="en-US"/>
              <a:t> et </a:t>
            </a:r>
            <a:r>
              <a:rPr lang="en-US" err="1"/>
              <a:t>ultrices</a:t>
            </a:r>
            <a:r>
              <a:rPr lang="en-US"/>
              <a:t> </a:t>
            </a:r>
            <a:r>
              <a:rPr lang="en-US" err="1"/>
              <a:t>posuere</a:t>
            </a:r>
            <a:r>
              <a:rPr lang="en-US"/>
              <a:t> </a:t>
            </a:r>
            <a:r>
              <a:rPr lang="en-US" err="1"/>
              <a:t>cubilia</a:t>
            </a:r>
            <a:r>
              <a:rPr lang="en-US"/>
              <a:t> curae; </a:t>
            </a:r>
            <a:r>
              <a:rPr lang="en-US" err="1"/>
              <a:t>Nullam</a:t>
            </a:r>
            <a:r>
              <a:rPr lang="en-US"/>
              <a:t> non.</a:t>
            </a: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2C02C215-9D34-3F4B-EF6C-4BC5AEE4AB45}"/>
              </a:ext>
            </a:extLst>
          </p:cNvPr>
          <p:cNvCxnSpPr>
            <a:cxnSpLocks/>
          </p:cNvCxnSpPr>
          <p:nvPr userDrawn="1"/>
        </p:nvCxnSpPr>
        <p:spPr>
          <a:xfrm flipV="1">
            <a:off x="4930112" y="2727960"/>
            <a:ext cx="0" cy="1546860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 Placeholder 49">
            <a:extLst>
              <a:ext uri="{FF2B5EF4-FFF2-40B4-BE49-F238E27FC236}">
                <a16:creationId xmlns:a16="http://schemas.microsoft.com/office/drawing/2014/main" id="{8195B917-4EB9-5DAD-C576-1320BEE8F317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5192881" y="2785520"/>
            <a:ext cx="873302" cy="673305"/>
          </a:xfrm>
        </p:spPr>
        <p:txBody>
          <a:bodyPr>
            <a:normAutofit/>
          </a:bodyPr>
          <a:lstStyle>
            <a:lvl1pPr marL="0" algn="l">
              <a:defRPr sz="4400" b="1">
                <a:solidFill>
                  <a:schemeClr val="bg1"/>
                </a:solidFill>
                <a:latin typeface="+mj-lt"/>
              </a:defRPr>
            </a:lvl1pPr>
            <a:lvl2pPr marL="0" algn="ctr">
              <a:defRPr sz="1400"/>
            </a:lvl2pPr>
            <a:lvl3pPr marL="0" algn="ctr">
              <a:defRPr/>
            </a:lvl3pPr>
            <a:lvl4pPr marL="0" algn="ctr">
              <a:defRPr/>
            </a:lvl4pPr>
            <a:lvl5pPr marL="0" algn="ctr">
              <a:defRPr/>
            </a:lvl5pPr>
          </a:lstStyle>
          <a:p>
            <a:pPr lvl="0"/>
            <a:r>
              <a:rPr lang="en-US"/>
              <a:t>03</a:t>
            </a:r>
          </a:p>
        </p:txBody>
      </p:sp>
      <p:sp>
        <p:nvSpPr>
          <p:cNvPr id="22" name="Text Placeholder 49">
            <a:extLst>
              <a:ext uri="{FF2B5EF4-FFF2-40B4-BE49-F238E27FC236}">
                <a16:creationId xmlns:a16="http://schemas.microsoft.com/office/drawing/2014/main" id="{DE0D69DC-63FD-4E35-AE1A-55EFBB78880A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5192882" y="3413105"/>
            <a:ext cx="1790700" cy="289862"/>
          </a:xfrm>
        </p:spPr>
        <p:txBody>
          <a:bodyPr>
            <a:noAutofit/>
          </a:bodyPr>
          <a:lstStyle>
            <a:lvl1pPr marL="0" algn="l">
              <a:defRPr sz="1800" b="1">
                <a:solidFill>
                  <a:schemeClr val="bg1"/>
                </a:solidFill>
                <a:latin typeface="+mj-lt"/>
              </a:defRPr>
            </a:lvl1pPr>
            <a:lvl2pPr marL="0" algn="ctr">
              <a:defRPr sz="1400"/>
            </a:lvl2pPr>
            <a:lvl3pPr marL="0" algn="ctr">
              <a:defRPr/>
            </a:lvl3pPr>
            <a:lvl4pPr marL="0" algn="ctr">
              <a:defRPr/>
            </a:lvl4pPr>
            <a:lvl5pPr marL="0" algn="ctr">
              <a:defRPr/>
            </a:lvl5pPr>
          </a:lstStyle>
          <a:p>
            <a:pPr lvl="0"/>
            <a:r>
              <a:rPr lang="en-US"/>
              <a:t>PLACEHOLDER</a:t>
            </a:r>
          </a:p>
        </p:txBody>
      </p:sp>
      <p:sp>
        <p:nvSpPr>
          <p:cNvPr id="23" name="Text Placeholder 49">
            <a:extLst>
              <a:ext uri="{FF2B5EF4-FFF2-40B4-BE49-F238E27FC236}">
                <a16:creationId xmlns:a16="http://schemas.microsoft.com/office/drawing/2014/main" id="{8EC247BB-B7C7-93E2-31F4-963AC0D0A998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5192882" y="3817254"/>
            <a:ext cx="1790700" cy="289862"/>
          </a:xfrm>
        </p:spPr>
        <p:txBody>
          <a:bodyPr>
            <a:noAutofit/>
          </a:bodyPr>
          <a:lstStyle>
            <a:lvl1pPr marL="0" algn="l">
              <a:defRPr sz="1400" b="0">
                <a:solidFill>
                  <a:schemeClr val="bg1"/>
                </a:solidFill>
                <a:latin typeface="+mn-lt"/>
              </a:defRPr>
            </a:lvl1pPr>
            <a:lvl2pPr marL="0" algn="ctr">
              <a:defRPr sz="1400"/>
            </a:lvl2pPr>
            <a:lvl3pPr marL="0" algn="ctr">
              <a:defRPr/>
            </a:lvl3pPr>
            <a:lvl4pPr marL="0" algn="ctr">
              <a:defRPr/>
            </a:lvl4pPr>
            <a:lvl5pPr marL="0" algn="ctr">
              <a:defRPr/>
            </a:lvl5pPr>
          </a:lstStyle>
          <a:p>
            <a:pPr lvl="0"/>
            <a:r>
              <a:rPr lang="en-US"/>
              <a:t>Eyebrow here</a:t>
            </a:r>
          </a:p>
        </p:txBody>
      </p:sp>
      <p:sp>
        <p:nvSpPr>
          <p:cNvPr id="24" name="Text Placeholder 49">
            <a:extLst>
              <a:ext uri="{FF2B5EF4-FFF2-40B4-BE49-F238E27FC236}">
                <a16:creationId xmlns:a16="http://schemas.microsoft.com/office/drawing/2014/main" id="{0CCCFE89-54D7-590E-F0F2-C449334B4EDE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5192881" y="4455020"/>
            <a:ext cx="1877558" cy="1384838"/>
          </a:xfrm>
        </p:spPr>
        <p:txBody>
          <a:bodyPr>
            <a:noAutofit/>
          </a:bodyPr>
          <a:lstStyle>
            <a:lvl1pPr marL="0" algn="l">
              <a:lnSpc>
                <a:spcPct val="100000"/>
              </a:lnSpc>
              <a:defRPr sz="1200" b="0">
                <a:solidFill>
                  <a:schemeClr val="tx1"/>
                </a:solidFill>
                <a:latin typeface="+mn-lt"/>
              </a:defRPr>
            </a:lvl1pPr>
            <a:lvl2pPr marL="0" algn="ctr">
              <a:defRPr sz="1400"/>
            </a:lvl2pPr>
            <a:lvl3pPr marL="0" algn="ctr">
              <a:defRPr/>
            </a:lvl3pPr>
            <a:lvl4pPr marL="0" algn="ctr">
              <a:defRPr/>
            </a:lvl4pPr>
            <a:lvl5pPr marL="0" algn="ctr">
              <a:defRPr/>
            </a:lvl5pPr>
          </a:lstStyle>
          <a:p>
            <a:pPr lvl="0"/>
            <a:r>
              <a:rPr lang="en-US" err="1"/>
              <a:t>Curabitur</a:t>
            </a:r>
            <a:r>
              <a:rPr lang="en-US"/>
              <a:t> vitae ex </a:t>
            </a:r>
            <a:r>
              <a:rPr lang="en-US" err="1"/>
              <a:t>ut</a:t>
            </a:r>
            <a:r>
              <a:rPr lang="en-US"/>
              <a:t> </a:t>
            </a:r>
            <a:r>
              <a:rPr lang="en-US" err="1"/>
              <a:t>leo</a:t>
            </a:r>
            <a:r>
              <a:rPr lang="en-US"/>
              <a:t> </a:t>
            </a:r>
            <a:r>
              <a:rPr lang="en-US" err="1"/>
              <a:t>consectetur</a:t>
            </a:r>
            <a:r>
              <a:rPr lang="en-US"/>
              <a:t> cursus. Vestibulum ante ipsum </a:t>
            </a:r>
            <a:r>
              <a:rPr lang="en-US" err="1"/>
              <a:t>primis</a:t>
            </a:r>
            <a:r>
              <a:rPr lang="en-US"/>
              <a:t> in </a:t>
            </a:r>
            <a:r>
              <a:rPr lang="en-US" err="1"/>
              <a:t>faucibus</a:t>
            </a:r>
            <a:r>
              <a:rPr lang="en-US"/>
              <a:t> </a:t>
            </a:r>
            <a:r>
              <a:rPr lang="en-US" err="1"/>
              <a:t>orci</a:t>
            </a:r>
            <a:r>
              <a:rPr lang="en-US"/>
              <a:t> </a:t>
            </a:r>
            <a:r>
              <a:rPr lang="en-US" err="1"/>
              <a:t>luctus</a:t>
            </a:r>
            <a:r>
              <a:rPr lang="en-US"/>
              <a:t> et </a:t>
            </a:r>
            <a:r>
              <a:rPr lang="en-US" err="1"/>
              <a:t>ultrices</a:t>
            </a:r>
            <a:r>
              <a:rPr lang="en-US"/>
              <a:t> </a:t>
            </a:r>
            <a:r>
              <a:rPr lang="en-US" err="1"/>
              <a:t>posuere</a:t>
            </a:r>
            <a:r>
              <a:rPr lang="en-US"/>
              <a:t> </a:t>
            </a:r>
            <a:r>
              <a:rPr lang="en-US" err="1"/>
              <a:t>cubilia</a:t>
            </a:r>
            <a:r>
              <a:rPr lang="en-US"/>
              <a:t> curae; </a:t>
            </a:r>
            <a:r>
              <a:rPr lang="en-US" err="1"/>
              <a:t>Nullam</a:t>
            </a:r>
            <a:r>
              <a:rPr lang="en-US"/>
              <a:t> non.</a:t>
            </a:r>
          </a:p>
        </p:txBody>
      </p:sp>
      <p:sp>
        <p:nvSpPr>
          <p:cNvPr id="26" name="Text Placeholder 49">
            <a:extLst>
              <a:ext uri="{FF2B5EF4-FFF2-40B4-BE49-F238E27FC236}">
                <a16:creationId xmlns:a16="http://schemas.microsoft.com/office/drawing/2014/main" id="{0F5DE53E-B105-2370-32BE-DB917D9E70D9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7463640" y="2785520"/>
            <a:ext cx="873302" cy="673305"/>
          </a:xfrm>
        </p:spPr>
        <p:txBody>
          <a:bodyPr>
            <a:normAutofit/>
          </a:bodyPr>
          <a:lstStyle>
            <a:lvl1pPr marL="0" algn="l">
              <a:defRPr sz="4400" b="1">
                <a:solidFill>
                  <a:schemeClr val="bg1"/>
                </a:solidFill>
                <a:latin typeface="+mj-lt"/>
              </a:defRPr>
            </a:lvl1pPr>
            <a:lvl2pPr marL="0" algn="ctr">
              <a:defRPr sz="1400"/>
            </a:lvl2pPr>
            <a:lvl3pPr marL="0" algn="ctr">
              <a:defRPr/>
            </a:lvl3pPr>
            <a:lvl4pPr marL="0" algn="ctr">
              <a:defRPr/>
            </a:lvl4pPr>
            <a:lvl5pPr marL="0" algn="ctr">
              <a:defRPr/>
            </a:lvl5pPr>
          </a:lstStyle>
          <a:p>
            <a:pPr lvl="0"/>
            <a:r>
              <a:rPr lang="en-US"/>
              <a:t>04</a:t>
            </a:r>
          </a:p>
        </p:txBody>
      </p:sp>
      <p:sp>
        <p:nvSpPr>
          <p:cNvPr id="27" name="Text Placeholder 49">
            <a:extLst>
              <a:ext uri="{FF2B5EF4-FFF2-40B4-BE49-F238E27FC236}">
                <a16:creationId xmlns:a16="http://schemas.microsoft.com/office/drawing/2014/main" id="{3C4D3FE9-49A0-B66E-9342-3A16459C67A4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7463641" y="3413105"/>
            <a:ext cx="1790700" cy="289862"/>
          </a:xfrm>
        </p:spPr>
        <p:txBody>
          <a:bodyPr>
            <a:noAutofit/>
          </a:bodyPr>
          <a:lstStyle>
            <a:lvl1pPr marL="0" algn="l">
              <a:defRPr sz="1800" b="1">
                <a:solidFill>
                  <a:schemeClr val="bg1"/>
                </a:solidFill>
                <a:latin typeface="+mj-lt"/>
              </a:defRPr>
            </a:lvl1pPr>
            <a:lvl2pPr marL="0" algn="ctr">
              <a:defRPr sz="1400"/>
            </a:lvl2pPr>
            <a:lvl3pPr marL="0" algn="ctr">
              <a:defRPr/>
            </a:lvl3pPr>
            <a:lvl4pPr marL="0" algn="ctr">
              <a:defRPr/>
            </a:lvl4pPr>
            <a:lvl5pPr marL="0" algn="ctr">
              <a:defRPr/>
            </a:lvl5pPr>
          </a:lstStyle>
          <a:p>
            <a:pPr lvl="0"/>
            <a:r>
              <a:rPr lang="en-US"/>
              <a:t>PLACEHOLDER</a:t>
            </a:r>
          </a:p>
        </p:txBody>
      </p:sp>
      <p:sp>
        <p:nvSpPr>
          <p:cNvPr id="28" name="Text Placeholder 49">
            <a:extLst>
              <a:ext uri="{FF2B5EF4-FFF2-40B4-BE49-F238E27FC236}">
                <a16:creationId xmlns:a16="http://schemas.microsoft.com/office/drawing/2014/main" id="{A2E9F97D-5D02-5525-65B0-B836D2C69D5C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7463641" y="3817254"/>
            <a:ext cx="1790700" cy="289862"/>
          </a:xfrm>
        </p:spPr>
        <p:txBody>
          <a:bodyPr>
            <a:noAutofit/>
          </a:bodyPr>
          <a:lstStyle>
            <a:lvl1pPr marL="0" algn="l">
              <a:defRPr sz="1400" b="0">
                <a:solidFill>
                  <a:schemeClr val="bg1"/>
                </a:solidFill>
                <a:latin typeface="+mn-lt"/>
              </a:defRPr>
            </a:lvl1pPr>
            <a:lvl2pPr marL="0" algn="ctr">
              <a:defRPr sz="1400"/>
            </a:lvl2pPr>
            <a:lvl3pPr marL="0" algn="ctr">
              <a:defRPr/>
            </a:lvl3pPr>
            <a:lvl4pPr marL="0" algn="ctr">
              <a:defRPr/>
            </a:lvl4pPr>
            <a:lvl5pPr marL="0" algn="ctr">
              <a:defRPr/>
            </a:lvl5pPr>
          </a:lstStyle>
          <a:p>
            <a:pPr lvl="0"/>
            <a:r>
              <a:rPr lang="en-US"/>
              <a:t>Eyebrow here</a:t>
            </a:r>
          </a:p>
        </p:txBody>
      </p:sp>
      <p:sp>
        <p:nvSpPr>
          <p:cNvPr id="29" name="Text Placeholder 49">
            <a:extLst>
              <a:ext uri="{FF2B5EF4-FFF2-40B4-BE49-F238E27FC236}">
                <a16:creationId xmlns:a16="http://schemas.microsoft.com/office/drawing/2014/main" id="{B6CB197B-6011-F26A-DBFE-7C9CA6BC27FD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7463640" y="4455020"/>
            <a:ext cx="1877558" cy="1384838"/>
          </a:xfrm>
        </p:spPr>
        <p:txBody>
          <a:bodyPr>
            <a:noAutofit/>
          </a:bodyPr>
          <a:lstStyle>
            <a:lvl1pPr marL="0" algn="l">
              <a:lnSpc>
                <a:spcPct val="100000"/>
              </a:lnSpc>
              <a:defRPr sz="1200" b="0">
                <a:solidFill>
                  <a:schemeClr val="tx1"/>
                </a:solidFill>
                <a:latin typeface="+mn-lt"/>
              </a:defRPr>
            </a:lvl1pPr>
            <a:lvl2pPr marL="0" algn="ctr">
              <a:defRPr sz="1400"/>
            </a:lvl2pPr>
            <a:lvl3pPr marL="0" algn="ctr">
              <a:defRPr/>
            </a:lvl3pPr>
            <a:lvl4pPr marL="0" algn="ctr">
              <a:defRPr/>
            </a:lvl4pPr>
            <a:lvl5pPr marL="0" algn="ctr">
              <a:defRPr/>
            </a:lvl5pPr>
          </a:lstStyle>
          <a:p>
            <a:pPr lvl="0"/>
            <a:r>
              <a:rPr lang="en-US" err="1"/>
              <a:t>Curabitur</a:t>
            </a:r>
            <a:r>
              <a:rPr lang="en-US"/>
              <a:t> vitae ex </a:t>
            </a:r>
            <a:r>
              <a:rPr lang="en-US" err="1"/>
              <a:t>ut</a:t>
            </a:r>
            <a:r>
              <a:rPr lang="en-US"/>
              <a:t> </a:t>
            </a:r>
            <a:r>
              <a:rPr lang="en-US" err="1"/>
              <a:t>leo</a:t>
            </a:r>
            <a:r>
              <a:rPr lang="en-US"/>
              <a:t> </a:t>
            </a:r>
            <a:r>
              <a:rPr lang="en-US" err="1"/>
              <a:t>consectetur</a:t>
            </a:r>
            <a:r>
              <a:rPr lang="en-US"/>
              <a:t> cursus. Vestibulum ante ipsum </a:t>
            </a:r>
            <a:r>
              <a:rPr lang="en-US" err="1"/>
              <a:t>primis</a:t>
            </a:r>
            <a:r>
              <a:rPr lang="en-US"/>
              <a:t> in </a:t>
            </a:r>
            <a:r>
              <a:rPr lang="en-US" err="1"/>
              <a:t>faucibus</a:t>
            </a:r>
            <a:r>
              <a:rPr lang="en-US"/>
              <a:t> </a:t>
            </a:r>
            <a:r>
              <a:rPr lang="en-US" err="1"/>
              <a:t>orci</a:t>
            </a:r>
            <a:r>
              <a:rPr lang="en-US"/>
              <a:t> </a:t>
            </a:r>
            <a:r>
              <a:rPr lang="en-US" err="1"/>
              <a:t>luctus</a:t>
            </a:r>
            <a:r>
              <a:rPr lang="en-US"/>
              <a:t> et </a:t>
            </a:r>
            <a:r>
              <a:rPr lang="en-US" err="1"/>
              <a:t>ultrices</a:t>
            </a:r>
            <a:r>
              <a:rPr lang="en-US"/>
              <a:t> </a:t>
            </a:r>
            <a:r>
              <a:rPr lang="en-US" err="1"/>
              <a:t>posuere</a:t>
            </a:r>
            <a:r>
              <a:rPr lang="en-US"/>
              <a:t> </a:t>
            </a:r>
            <a:r>
              <a:rPr lang="en-US" err="1"/>
              <a:t>cubilia</a:t>
            </a:r>
            <a:r>
              <a:rPr lang="en-US"/>
              <a:t> curae; </a:t>
            </a:r>
            <a:r>
              <a:rPr lang="en-US" err="1"/>
              <a:t>Nullam</a:t>
            </a:r>
            <a:r>
              <a:rPr lang="en-US"/>
              <a:t> non.</a:t>
            </a:r>
          </a:p>
        </p:txBody>
      </p:sp>
      <p:sp>
        <p:nvSpPr>
          <p:cNvPr id="33" name="Text Placeholder 49">
            <a:extLst>
              <a:ext uri="{FF2B5EF4-FFF2-40B4-BE49-F238E27FC236}">
                <a16:creationId xmlns:a16="http://schemas.microsoft.com/office/drawing/2014/main" id="{2689F669-7FD9-C9A9-2599-7C82219920DA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9690302" y="2785520"/>
            <a:ext cx="873302" cy="673305"/>
          </a:xfrm>
        </p:spPr>
        <p:txBody>
          <a:bodyPr>
            <a:normAutofit/>
          </a:bodyPr>
          <a:lstStyle>
            <a:lvl1pPr marL="0" algn="l">
              <a:defRPr sz="4400" b="1">
                <a:solidFill>
                  <a:schemeClr val="bg1"/>
                </a:solidFill>
                <a:latin typeface="+mj-lt"/>
              </a:defRPr>
            </a:lvl1pPr>
            <a:lvl2pPr marL="0" algn="ctr">
              <a:defRPr sz="1400"/>
            </a:lvl2pPr>
            <a:lvl3pPr marL="0" algn="ctr">
              <a:defRPr/>
            </a:lvl3pPr>
            <a:lvl4pPr marL="0" algn="ctr">
              <a:defRPr/>
            </a:lvl4pPr>
            <a:lvl5pPr marL="0" algn="ctr">
              <a:defRPr/>
            </a:lvl5pPr>
          </a:lstStyle>
          <a:p>
            <a:pPr lvl="0"/>
            <a:r>
              <a:rPr lang="en-US"/>
              <a:t>05</a:t>
            </a:r>
          </a:p>
        </p:txBody>
      </p:sp>
      <p:sp>
        <p:nvSpPr>
          <p:cNvPr id="34" name="Text Placeholder 49">
            <a:extLst>
              <a:ext uri="{FF2B5EF4-FFF2-40B4-BE49-F238E27FC236}">
                <a16:creationId xmlns:a16="http://schemas.microsoft.com/office/drawing/2014/main" id="{FE6968B5-3C21-0E6F-A28A-D811F114741F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9690303" y="3413105"/>
            <a:ext cx="1790700" cy="289862"/>
          </a:xfrm>
        </p:spPr>
        <p:txBody>
          <a:bodyPr>
            <a:noAutofit/>
          </a:bodyPr>
          <a:lstStyle>
            <a:lvl1pPr marL="0" algn="l">
              <a:defRPr sz="1800" b="1">
                <a:solidFill>
                  <a:schemeClr val="bg1"/>
                </a:solidFill>
                <a:latin typeface="+mj-lt"/>
              </a:defRPr>
            </a:lvl1pPr>
            <a:lvl2pPr marL="0" algn="ctr">
              <a:defRPr sz="1400"/>
            </a:lvl2pPr>
            <a:lvl3pPr marL="0" algn="ctr">
              <a:defRPr/>
            </a:lvl3pPr>
            <a:lvl4pPr marL="0" algn="ctr">
              <a:defRPr/>
            </a:lvl4pPr>
            <a:lvl5pPr marL="0" algn="ctr">
              <a:defRPr/>
            </a:lvl5pPr>
          </a:lstStyle>
          <a:p>
            <a:pPr lvl="0"/>
            <a:r>
              <a:rPr lang="en-US"/>
              <a:t>PLACEHOLDER</a:t>
            </a:r>
          </a:p>
        </p:txBody>
      </p:sp>
      <p:sp>
        <p:nvSpPr>
          <p:cNvPr id="35" name="Text Placeholder 49">
            <a:extLst>
              <a:ext uri="{FF2B5EF4-FFF2-40B4-BE49-F238E27FC236}">
                <a16:creationId xmlns:a16="http://schemas.microsoft.com/office/drawing/2014/main" id="{F578F78E-5B45-FBC0-80DC-1F2DC668A5DE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9690303" y="3817254"/>
            <a:ext cx="1790700" cy="289862"/>
          </a:xfrm>
        </p:spPr>
        <p:txBody>
          <a:bodyPr>
            <a:noAutofit/>
          </a:bodyPr>
          <a:lstStyle>
            <a:lvl1pPr marL="0" algn="l">
              <a:defRPr sz="1400" b="0">
                <a:solidFill>
                  <a:schemeClr val="bg1"/>
                </a:solidFill>
                <a:latin typeface="+mn-lt"/>
              </a:defRPr>
            </a:lvl1pPr>
            <a:lvl2pPr marL="0" algn="ctr">
              <a:defRPr sz="1400"/>
            </a:lvl2pPr>
            <a:lvl3pPr marL="0" algn="ctr">
              <a:defRPr/>
            </a:lvl3pPr>
            <a:lvl4pPr marL="0" algn="ctr">
              <a:defRPr/>
            </a:lvl4pPr>
            <a:lvl5pPr marL="0" algn="ctr">
              <a:defRPr/>
            </a:lvl5pPr>
          </a:lstStyle>
          <a:p>
            <a:pPr lvl="0"/>
            <a:r>
              <a:rPr lang="en-US"/>
              <a:t>Eyebrow here</a:t>
            </a:r>
          </a:p>
        </p:txBody>
      </p:sp>
      <p:sp>
        <p:nvSpPr>
          <p:cNvPr id="36" name="Text Placeholder 49">
            <a:extLst>
              <a:ext uri="{FF2B5EF4-FFF2-40B4-BE49-F238E27FC236}">
                <a16:creationId xmlns:a16="http://schemas.microsoft.com/office/drawing/2014/main" id="{4F698BD3-C982-3B80-25DA-75455225B362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9690302" y="4455020"/>
            <a:ext cx="1877558" cy="1384838"/>
          </a:xfrm>
        </p:spPr>
        <p:txBody>
          <a:bodyPr>
            <a:noAutofit/>
          </a:bodyPr>
          <a:lstStyle>
            <a:lvl1pPr marL="0" algn="l">
              <a:lnSpc>
                <a:spcPct val="100000"/>
              </a:lnSpc>
              <a:defRPr sz="1200" b="0">
                <a:solidFill>
                  <a:schemeClr val="tx1"/>
                </a:solidFill>
                <a:latin typeface="+mn-lt"/>
              </a:defRPr>
            </a:lvl1pPr>
            <a:lvl2pPr marL="0" algn="ctr">
              <a:defRPr sz="1400"/>
            </a:lvl2pPr>
            <a:lvl3pPr marL="0" algn="ctr">
              <a:defRPr/>
            </a:lvl3pPr>
            <a:lvl4pPr marL="0" algn="ctr">
              <a:defRPr/>
            </a:lvl4pPr>
            <a:lvl5pPr marL="0" algn="ctr">
              <a:defRPr/>
            </a:lvl5pPr>
          </a:lstStyle>
          <a:p>
            <a:pPr lvl="0"/>
            <a:r>
              <a:rPr lang="en-US" err="1"/>
              <a:t>Curabitur</a:t>
            </a:r>
            <a:r>
              <a:rPr lang="en-US"/>
              <a:t> vitae ex </a:t>
            </a:r>
            <a:r>
              <a:rPr lang="en-US" err="1"/>
              <a:t>ut</a:t>
            </a:r>
            <a:r>
              <a:rPr lang="en-US"/>
              <a:t> </a:t>
            </a:r>
            <a:r>
              <a:rPr lang="en-US" err="1"/>
              <a:t>leo</a:t>
            </a:r>
            <a:r>
              <a:rPr lang="en-US"/>
              <a:t> </a:t>
            </a:r>
            <a:r>
              <a:rPr lang="en-US" err="1"/>
              <a:t>consectetur</a:t>
            </a:r>
            <a:r>
              <a:rPr lang="en-US"/>
              <a:t> cursus. Vestibulum ante ipsum </a:t>
            </a:r>
            <a:r>
              <a:rPr lang="en-US" err="1"/>
              <a:t>primis</a:t>
            </a:r>
            <a:r>
              <a:rPr lang="en-US"/>
              <a:t> in </a:t>
            </a:r>
            <a:r>
              <a:rPr lang="en-US" err="1"/>
              <a:t>faucibus</a:t>
            </a:r>
            <a:r>
              <a:rPr lang="en-US"/>
              <a:t> </a:t>
            </a:r>
            <a:r>
              <a:rPr lang="en-US" err="1"/>
              <a:t>orci</a:t>
            </a:r>
            <a:r>
              <a:rPr lang="en-US"/>
              <a:t> </a:t>
            </a:r>
            <a:r>
              <a:rPr lang="en-US" err="1"/>
              <a:t>luctus</a:t>
            </a:r>
            <a:r>
              <a:rPr lang="en-US"/>
              <a:t> et </a:t>
            </a:r>
            <a:r>
              <a:rPr lang="en-US" err="1"/>
              <a:t>ultrices</a:t>
            </a:r>
            <a:r>
              <a:rPr lang="en-US"/>
              <a:t> </a:t>
            </a:r>
            <a:r>
              <a:rPr lang="en-US" err="1"/>
              <a:t>posuere</a:t>
            </a:r>
            <a:r>
              <a:rPr lang="en-US"/>
              <a:t> </a:t>
            </a:r>
            <a:r>
              <a:rPr lang="en-US" err="1"/>
              <a:t>cubilia</a:t>
            </a:r>
            <a:r>
              <a:rPr lang="en-US"/>
              <a:t> curae; </a:t>
            </a:r>
            <a:r>
              <a:rPr lang="en-US" err="1"/>
              <a:t>Nullam</a:t>
            </a:r>
            <a:r>
              <a:rPr lang="en-US"/>
              <a:t> non.</a:t>
            </a:r>
          </a:p>
        </p:txBody>
      </p:sp>
      <p:pic>
        <p:nvPicPr>
          <p:cNvPr id="13" name="Picture 12" descr="A logo with a light bulb and flames&#10;&#10;AI-generated content may be incorrect.">
            <a:extLst>
              <a:ext uri="{FF2B5EF4-FFF2-40B4-BE49-F238E27FC236}">
                <a16:creationId xmlns:a16="http://schemas.microsoft.com/office/drawing/2014/main" id="{A812C701-6E29-F57B-375F-46A9082B85D6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8875" y="0"/>
            <a:ext cx="1837413" cy="8668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3428025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Slide_No Eyebrow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ext Placeholder 59">
            <a:extLst>
              <a:ext uri="{FF2B5EF4-FFF2-40B4-BE49-F238E27FC236}">
                <a16:creationId xmlns:a16="http://schemas.microsoft.com/office/drawing/2014/main" id="{31473982-E5B2-69E0-A0FD-C91F21EEC0B8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31315" y="509029"/>
            <a:ext cx="4774110" cy="492443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3200" b="1">
                <a:solidFill>
                  <a:srgbClr val="20465F"/>
                </a:solidFill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None/>
              <a:defRPr sz="3600" b="1"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None/>
              <a:defRPr sz="3600" b="1"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None/>
              <a:defRPr sz="3600" b="1"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None/>
              <a:defRPr sz="3600" b="1"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Slide Title No Eyebrow</a:t>
            </a:r>
            <a:endParaRPr lang="en-ZA"/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5EA598E0-A8D3-8C7C-3E74-5214582F25E0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703951" y="1871662"/>
            <a:ext cx="10537825" cy="3114675"/>
          </a:xfrm>
          <a:prstGeom prst="rect">
            <a:avLst/>
          </a:prstGeom>
        </p:spPr>
        <p:txBody>
          <a:bodyPr/>
          <a:lstStyle>
            <a:lvl1pPr marL="0" indent="0">
              <a:spcBef>
                <a:spcPts val="0"/>
              </a:spcBef>
              <a:spcAft>
                <a:spcPts val="0"/>
              </a:spcAft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1pPr>
          </a:lstStyle>
          <a:p>
            <a:pPr>
              <a:spcAft>
                <a:spcPts val="600"/>
              </a:spcAft>
              <a:buClr>
                <a:srgbClr val="F17042"/>
              </a:buClr>
            </a:pPr>
            <a:r>
              <a:rPr lang="en-US" sz="1800">
                <a:solidFill>
                  <a:srgbClr val="1D4159"/>
                </a:solidFill>
                <a:latin typeface="Roboto Medium" panose="02000000000000000000" pitchFamily="2" charset="0"/>
                <a:ea typeface="Roboto Medium" panose="02000000000000000000" pitchFamily="2" charset="0"/>
              </a:rPr>
              <a:t>Heading</a:t>
            </a:r>
          </a:p>
          <a:p>
            <a:pPr marL="180000" indent="-180000">
              <a:spcAft>
                <a:spcPts val="300"/>
              </a:spcAft>
              <a:buClr>
                <a:srgbClr val="F17042"/>
              </a:buClr>
              <a:buFont typeface="Arial" panose="020B0604020202020204" pitchFamily="34" charset="0"/>
              <a:buChar char="•"/>
            </a:pPr>
            <a:r>
              <a:rPr lang="en-US" sz="16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Lorem ipsum dolor sit </a:t>
            </a:r>
            <a:r>
              <a:rPr lang="en-US" sz="16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amet</a:t>
            </a:r>
            <a:r>
              <a:rPr lang="en-US" sz="16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, </a:t>
            </a:r>
            <a:r>
              <a:rPr lang="en-US" sz="16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consectetur</a:t>
            </a:r>
            <a:r>
              <a:rPr lang="en-US" sz="16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n-US" sz="16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adipiscing</a:t>
            </a:r>
            <a:r>
              <a:rPr lang="en-US" sz="16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n-US" sz="16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elit</a:t>
            </a:r>
            <a:r>
              <a:rPr lang="en-US" sz="16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.</a:t>
            </a:r>
          </a:p>
          <a:p>
            <a:pPr marL="742950" lvl="1" indent="-285750">
              <a:spcAft>
                <a:spcPts val="1800"/>
              </a:spcAft>
              <a:buClr>
                <a:srgbClr val="F17042"/>
              </a:buClr>
              <a:buFont typeface="Roboto" panose="02000000000000000000" pitchFamily="2" charset="0"/>
              <a:buChar char="―"/>
            </a:pPr>
            <a:r>
              <a:rPr lang="en-US" sz="16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Lorem ipsum dolor sit </a:t>
            </a:r>
            <a:r>
              <a:rPr lang="en-US" sz="16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amet</a:t>
            </a:r>
            <a:r>
              <a:rPr lang="en-US" sz="16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, </a:t>
            </a:r>
            <a:r>
              <a:rPr lang="en-US" sz="16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consectetur</a:t>
            </a:r>
            <a:r>
              <a:rPr lang="en-US" sz="16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n-US" sz="16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adipiscing</a:t>
            </a:r>
            <a:r>
              <a:rPr lang="en-US" sz="16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n-US" sz="16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elit</a:t>
            </a:r>
            <a:r>
              <a:rPr lang="en-US" sz="16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.</a:t>
            </a:r>
          </a:p>
          <a:p>
            <a:pPr>
              <a:spcAft>
                <a:spcPts val="600"/>
              </a:spcAft>
              <a:buClr>
                <a:srgbClr val="F17042"/>
              </a:buClr>
            </a:pPr>
            <a:r>
              <a:rPr lang="en-US" sz="1800">
                <a:solidFill>
                  <a:srgbClr val="1D4159"/>
                </a:solidFill>
                <a:latin typeface="Roboto Medium" panose="02000000000000000000" pitchFamily="2" charset="0"/>
                <a:ea typeface="Roboto Medium" panose="02000000000000000000" pitchFamily="2" charset="0"/>
              </a:rPr>
              <a:t>Heading</a:t>
            </a:r>
          </a:p>
          <a:p>
            <a:pPr marL="180000" indent="-180000">
              <a:spcAft>
                <a:spcPts val="300"/>
              </a:spcAft>
              <a:buClr>
                <a:srgbClr val="F17042"/>
              </a:buClr>
              <a:buFont typeface="Arial" panose="020B0604020202020204" pitchFamily="34" charset="0"/>
              <a:buChar char="•"/>
            </a:pPr>
            <a:r>
              <a:rPr lang="en-US" sz="16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Lorem ipsum dolor sit </a:t>
            </a:r>
            <a:r>
              <a:rPr lang="en-US" sz="16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amet</a:t>
            </a:r>
            <a:r>
              <a:rPr lang="en-US" sz="16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, </a:t>
            </a:r>
            <a:r>
              <a:rPr lang="en-US" sz="16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consectetur</a:t>
            </a:r>
            <a:r>
              <a:rPr lang="en-US" sz="16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n-US" sz="16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adipiscing</a:t>
            </a:r>
            <a:r>
              <a:rPr lang="en-US" sz="16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n-US" sz="16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elit</a:t>
            </a:r>
            <a:r>
              <a:rPr lang="en-US" sz="16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.</a:t>
            </a:r>
          </a:p>
          <a:p>
            <a:pPr marL="742950" lvl="1" indent="-285750">
              <a:spcAft>
                <a:spcPts val="300"/>
              </a:spcAft>
              <a:buClr>
                <a:srgbClr val="F17042"/>
              </a:buClr>
              <a:buFont typeface="Roboto" panose="02000000000000000000" pitchFamily="2" charset="0"/>
              <a:buChar char="―"/>
            </a:pPr>
            <a:r>
              <a:rPr lang="en-US" sz="15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Lorem ipsum dolor sit </a:t>
            </a:r>
            <a:r>
              <a:rPr lang="en-US" sz="15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amet</a:t>
            </a:r>
            <a:r>
              <a:rPr lang="en-US" sz="15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, </a:t>
            </a:r>
            <a:r>
              <a:rPr lang="en-US" sz="15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consectetur</a:t>
            </a:r>
            <a:r>
              <a:rPr lang="en-US" sz="15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n-US" sz="15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adipiscing</a:t>
            </a:r>
            <a:r>
              <a:rPr lang="en-US" sz="15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n-US" sz="15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elit</a:t>
            </a:r>
            <a:r>
              <a:rPr lang="en-US" sz="15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.</a:t>
            </a:r>
          </a:p>
          <a:p>
            <a:pPr marL="1200150" lvl="2" indent="-285750">
              <a:spcAft>
                <a:spcPts val="300"/>
              </a:spcAft>
              <a:buClr>
                <a:srgbClr val="F17042"/>
              </a:buClr>
              <a:buFont typeface="Roboto" panose="02000000000000000000" pitchFamily="2" charset="0"/>
              <a:buChar char="×"/>
            </a:pPr>
            <a:r>
              <a:rPr lang="en-US" sz="15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Lorem ipsum dolor sit </a:t>
            </a:r>
            <a:r>
              <a:rPr lang="en-US" sz="15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amet</a:t>
            </a:r>
            <a:r>
              <a:rPr lang="en-US" sz="15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, </a:t>
            </a:r>
            <a:r>
              <a:rPr lang="en-US" sz="15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consectetur</a:t>
            </a:r>
            <a:r>
              <a:rPr lang="en-US" sz="15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n-US" sz="15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adipiscing</a:t>
            </a:r>
            <a:r>
              <a:rPr lang="en-US" sz="15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n-US" sz="15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elit</a:t>
            </a:r>
            <a:r>
              <a:rPr lang="en-US" sz="15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.</a:t>
            </a:r>
          </a:p>
          <a:p>
            <a:pPr marL="1200150" lvl="2" indent="-285750">
              <a:spcAft>
                <a:spcPts val="300"/>
              </a:spcAft>
              <a:buClr>
                <a:srgbClr val="F17042"/>
              </a:buClr>
              <a:buFont typeface="Roboto" panose="02000000000000000000" pitchFamily="2" charset="0"/>
              <a:buChar char="×"/>
            </a:pPr>
            <a:r>
              <a:rPr lang="en-US" sz="15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Lorem ipsum dolor sit </a:t>
            </a:r>
            <a:r>
              <a:rPr lang="en-US" sz="15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amet</a:t>
            </a:r>
            <a:r>
              <a:rPr lang="en-US" sz="15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, </a:t>
            </a:r>
            <a:r>
              <a:rPr lang="en-US" sz="15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consectetur</a:t>
            </a:r>
            <a:r>
              <a:rPr lang="en-US" sz="15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n-US" sz="15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adipiscing</a:t>
            </a:r>
            <a:r>
              <a:rPr lang="en-US" sz="15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n-US" sz="15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elit</a:t>
            </a:r>
            <a:r>
              <a:rPr lang="en-US" sz="15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.</a:t>
            </a:r>
          </a:p>
          <a:p>
            <a:pPr marL="1200150" lvl="2" indent="-285750">
              <a:spcAft>
                <a:spcPts val="300"/>
              </a:spcAft>
              <a:buClr>
                <a:srgbClr val="F17042"/>
              </a:buClr>
              <a:buFont typeface="Roboto" panose="02000000000000000000" pitchFamily="2" charset="0"/>
              <a:buChar char="×"/>
            </a:pPr>
            <a:r>
              <a:rPr lang="en-US" sz="15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Lorem ipsum dolor sit </a:t>
            </a:r>
            <a:r>
              <a:rPr lang="en-US" sz="15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amet</a:t>
            </a:r>
            <a:r>
              <a:rPr lang="en-US" sz="15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, </a:t>
            </a:r>
            <a:r>
              <a:rPr lang="en-US" sz="15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consectetur</a:t>
            </a:r>
            <a:r>
              <a:rPr lang="en-US" sz="15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n-US" sz="15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adipiscing</a:t>
            </a:r>
            <a:r>
              <a:rPr lang="en-US" sz="15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n-US" sz="15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elit</a:t>
            </a:r>
            <a:r>
              <a:rPr lang="en-US" sz="15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.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28F28443-B115-E618-4BEE-634B8C605637}"/>
              </a:ext>
            </a:extLst>
          </p:cNvPr>
          <p:cNvSpPr/>
          <p:nvPr userDrawn="1"/>
        </p:nvSpPr>
        <p:spPr>
          <a:xfrm>
            <a:off x="0" y="6411710"/>
            <a:ext cx="12192000" cy="446290"/>
          </a:xfrm>
          <a:prstGeom prst="rect">
            <a:avLst/>
          </a:prstGeom>
          <a:gradFill>
            <a:gsLst>
              <a:gs pos="0">
                <a:srgbClr val="F27242"/>
              </a:gs>
              <a:gs pos="100000">
                <a:srgbClr val="E75D3D"/>
              </a:gs>
            </a:gsLst>
            <a:lin ang="432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ZA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F89043C-1377-F9A4-243C-935ADD627F2F}"/>
              </a:ext>
            </a:extLst>
          </p:cNvPr>
          <p:cNvSpPr txBox="1"/>
          <p:nvPr userDrawn="1"/>
        </p:nvSpPr>
        <p:spPr>
          <a:xfrm>
            <a:off x="539396" y="6518377"/>
            <a:ext cx="1689454" cy="203326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r>
              <a:rPr lang="en-US" sz="1400" b="1" spc="50" baseline="0" dirty="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Litware.com</a:t>
            </a:r>
            <a:endParaRPr lang="en-ZA" sz="1400" b="1" spc="50" baseline="0" dirty="0">
              <a:solidFill>
                <a:schemeClr val="bg1"/>
              </a:solidFill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B09EFD6-83F5-2C51-A779-67AD075B3369}"/>
              </a:ext>
            </a:extLst>
          </p:cNvPr>
          <p:cNvSpPr txBox="1"/>
          <p:nvPr userDrawn="1"/>
        </p:nvSpPr>
        <p:spPr>
          <a:xfrm>
            <a:off x="10010769" y="6518377"/>
            <a:ext cx="1689454" cy="220726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algn="r"/>
            <a:fld id="{329ECA23-66F2-4EC3-A2B3-56E360310663}" type="slidenum">
              <a:rPr lang="en-US" sz="1400" b="1" spc="50" baseline="0" smtClean="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‹#›</a:t>
            </a:fld>
            <a:endParaRPr lang="en-ZA" sz="1600" b="1" spc="50" baseline="0">
              <a:solidFill>
                <a:schemeClr val="bg1"/>
              </a:solidFill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25BD1697-1D75-D443-5434-1E1F2D5E2EA3}"/>
              </a:ext>
            </a:extLst>
          </p:cNvPr>
          <p:cNvCxnSpPr>
            <a:cxnSpLocks/>
          </p:cNvCxnSpPr>
          <p:nvPr userDrawn="1"/>
        </p:nvCxnSpPr>
        <p:spPr>
          <a:xfrm>
            <a:off x="11290300" y="6529740"/>
            <a:ext cx="0" cy="191963"/>
          </a:xfrm>
          <a:prstGeom prst="line">
            <a:avLst/>
          </a:prstGeom>
          <a:ln w="19050">
            <a:solidFill>
              <a:srgbClr val="F4F5F7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A logo with a light bulb and flames&#10;&#10;AI-generated content may be incorrect.">
            <a:extLst>
              <a:ext uri="{FF2B5EF4-FFF2-40B4-BE49-F238E27FC236}">
                <a16:creationId xmlns:a16="http://schemas.microsoft.com/office/drawing/2014/main" id="{B1D86BB4-AEA0-A291-0377-1907BA810448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8875" y="0"/>
            <a:ext cx="1837413" cy="8668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1605545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Circuitry_Primary Color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raphic 4">
            <a:extLst>
              <a:ext uri="{FF2B5EF4-FFF2-40B4-BE49-F238E27FC236}">
                <a16:creationId xmlns:a16="http://schemas.microsoft.com/office/drawing/2014/main" id="{8E6FD362-DC1E-B9FA-124B-D3A422101C70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xmlns="" r:embed="rId3"/>
              </a:ext>
            </a:extLst>
          </a:blip>
          <a:srcRect t="23103"/>
          <a:stretch/>
        </p:blipFill>
        <p:spPr>
          <a:xfrm rot="10800000">
            <a:off x="651221" y="1325520"/>
            <a:ext cx="11049002" cy="5532480"/>
          </a:xfrm>
          <a:prstGeom prst="rect">
            <a:avLst/>
          </a:prstGeom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CC4C44DD-4500-6F64-B20B-35124C585144}"/>
              </a:ext>
            </a:extLst>
          </p:cNvPr>
          <p:cNvSpPr/>
          <p:nvPr userDrawn="1"/>
        </p:nvSpPr>
        <p:spPr>
          <a:xfrm>
            <a:off x="0" y="6411710"/>
            <a:ext cx="12192000" cy="446290"/>
          </a:xfrm>
          <a:prstGeom prst="rect">
            <a:avLst/>
          </a:prstGeom>
          <a:gradFill>
            <a:gsLst>
              <a:gs pos="0">
                <a:srgbClr val="F27242"/>
              </a:gs>
              <a:gs pos="100000">
                <a:srgbClr val="E75D3D"/>
              </a:gs>
            </a:gsLst>
            <a:lin ang="432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ZA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A3C21B8-F272-88BA-F330-40396307E593}"/>
              </a:ext>
            </a:extLst>
          </p:cNvPr>
          <p:cNvSpPr txBox="1"/>
          <p:nvPr userDrawn="1"/>
        </p:nvSpPr>
        <p:spPr>
          <a:xfrm>
            <a:off x="539396" y="6518377"/>
            <a:ext cx="1689454" cy="203326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r>
              <a:rPr lang="en-US" sz="1400" b="1" spc="50" baseline="0" dirty="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Litware.com</a:t>
            </a:r>
            <a:endParaRPr lang="en-ZA" sz="1400" b="1" spc="50" baseline="0" dirty="0">
              <a:solidFill>
                <a:schemeClr val="bg1"/>
              </a:solidFill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D507C50-0FF1-C8F1-8CF0-25A4DB0803FD}"/>
              </a:ext>
            </a:extLst>
          </p:cNvPr>
          <p:cNvSpPr txBox="1"/>
          <p:nvPr userDrawn="1"/>
        </p:nvSpPr>
        <p:spPr>
          <a:xfrm>
            <a:off x="10010769" y="6518377"/>
            <a:ext cx="1689454" cy="220726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algn="r"/>
            <a:fld id="{329ECA23-66F2-4EC3-A2B3-56E360310663}" type="slidenum">
              <a:rPr lang="en-US" sz="1400" b="1" spc="50" baseline="0" smtClean="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‹#›</a:t>
            </a:fld>
            <a:endParaRPr lang="en-ZA" sz="1600" b="1" spc="50" baseline="0">
              <a:solidFill>
                <a:schemeClr val="bg1"/>
              </a:solidFill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931FE850-5DE7-4B28-89E9-8254695B571E}"/>
              </a:ext>
            </a:extLst>
          </p:cNvPr>
          <p:cNvCxnSpPr>
            <a:cxnSpLocks/>
          </p:cNvCxnSpPr>
          <p:nvPr userDrawn="1"/>
        </p:nvCxnSpPr>
        <p:spPr>
          <a:xfrm>
            <a:off x="11290300" y="6529740"/>
            <a:ext cx="0" cy="191963"/>
          </a:xfrm>
          <a:prstGeom prst="line">
            <a:avLst/>
          </a:prstGeom>
          <a:ln w="19050">
            <a:solidFill>
              <a:srgbClr val="F4F5F7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Rectangle 9">
            <a:extLst>
              <a:ext uri="{FF2B5EF4-FFF2-40B4-BE49-F238E27FC236}">
                <a16:creationId xmlns:a16="http://schemas.microsoft.com/office/drawing/2014/main" id="{3A7E5B63-5EFD-B611-5A09-66C89C57B827}"/>
              </a:ext>
            </a:extLst>
          </p:cNvPr>
          <p:cNvSpPr>
            <a:spLocks/>
          </p:cNvSpPr>
          <p:nvPr userDrawn="1"/>
        </p:nvSpPr>
        <p:spPr>
          <a:xfrm>
            <a:off x="0" y="-4586"/>
            <a:ext cx="12192000" cy="6416296"/>
          </a:xfrm>
          <a:prstGeom prst="rect">
            <a:avLst/>
          </a:prstGeom>
          <a:solidFill>
            <a:schemeClr val="bg1">
              <a:alpha val="94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276638575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hank You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AC74078B-AEAF-B2A0-532E-985477B1DE26}"/>
              </a:ext>
            </a:extLst>
          </p:cNvPr>
          <p:cNvSpPr/>
          <p:nvPr userDrawn="1"/>
        </p:nvSpPr>
        <p:spPr>
          <a:xfrm>
            <a:off x="4199792" y="4632871"/>
            <a:ext cx="3792416" cy="561670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F27242"/>
              </a:gs>
              <a:gs pos="100000">
                <a:srgbClr val="E75D3D"/>
              </a:gs>
            </a:gsLst>
            <a:lin ang="4320000" scaled="0"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ZA"/>
          </a:p>
        </p:txBody>
      </p:sp>
      <p:sp>
        <p:nvSpPr>
          <p:cNvPr id="24" name="Прямоугольник 8">
            <a:extLst>
              <a:ext uri="{FF2B5EF4-FFF2-40B4-BE49-F238E27FC236}">
                <a16:creationId xmlns:a16="http://schemas.microsoft.com/office/drawing/2014/main" id="{D9052C43-6FBF-9285-699C-1273E46A808C}"/>
              </a:ext>
            </a:extLst>
          </p:cNvPr>
          <p:cNvSpPr/>
          <p:nvPr userDrawn="1"/>
        </p:nvSpPr>
        <p:spPr>
          <a:xfrm>
            <a:off x="1838467" y="1977165"/>
            <a:ext cx="8459650" cy="1363583"/>
          </a:xfrm>
          <a:prstGeom prst="rect">
            <a:avLst/>
          </a:prstGeom>
          <a:noFill/>
          <a:ln w="2794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/>
            <a:r>
              <a:rPr lang="en-US" sz="13000" b="1" spc="-200" baseline="0">
                <a:solidFill>
                  <a:srgbClr val="1D4159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Thank You!</a:t>
            </a:r>
            <a:endParaRPr lang="ru-RU" sz="13000" spc="-200" baseline="0">
              <a:solidFill>
                <a:srgbClr val="1D4159"/>
              </a:solidFill>
              <a:latin typeface="Roboto Condensed" panose="02000000000000000000" pitchFamily="2" charset="0"/>
              <a:ea typeface="Roboto Condensed" panose="02000000000000000000" pitchFamily="2" charset="0"/>
              <a:cs typeface="Roboto Condensed" panose="02000000000000000000" pitchFamily="2" charset="0"/>
            </a:endParaRPr>
          </a:p>
        </p:txBody>
      </p:sp>
      <p:sp>
        <p:nvSpPr>
          <p:cNvPr id="28" name="Text Placeholder 26">
            <a:extLst>
              <a:ext uri="{FF2B5EF4-FFF2-40B4-BE49-F238E27FC236}">
                <a16:creationId xmlns:a16="http://schemas.microsoft.com/office/drawing/2014/main" id="{09E69095-AB30-3A73-3E9B-2FB7141AD3C1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572425" y="4007777"/>
            <a:ext cx="5047150" cy="431800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2800" spc="50" baseline="0">
                <a:solidFill>
                  <a:srgbClr val="20465F"/>
                </a:solidFill>
                <a:latin typeface="Roboto Medium" panose="02000000000000000000" pitchFamily="2" charset="0"/>
                <a:ea typeface="Roboto Medium" panose="02000000000000000000" pitchFamily="2" charset="0"/>
              </a:defRPr>
            </a:lvl1pPr>
            <a:lvl2pPr marL="457200" indent="0" algn="ctr">
              <a:buNone/>
              <a:defRPr sz="2800">
                <a:latin typeface="Roboto Medium" panose="02000000000000000000" pitchFamily="2" charset="0"/>
                <a:ea typeface="Roboto Medium" panose="02000000000000000000" pitchFamily="2" charset="0"/>
              </a:defRPr>
            </a:lvl2pPr>
            <a:lvl3pPr marL="914400" indent="0" algn="ctr">
              <a:buNone/>
              <a:defRPr sz="2800">
                <a:latin typeface="Roboto Medium" panose="02000000000000000000" pitchFamily="2" charset="0"/>
                <a:ea typeface="Roboto Medium" panose="02000000000000000000" pitchFamily="2" charset="0"/>
              </a:defRPr>
            </a:lvl3pPr>
            <a:lvl4pPr marL="1371600" indent="0" algn="ctr">
              <a:buNone/>
              <a:defRPr sz="2800">
                <a:latin typeface="Roboto Medium" panose="02000000000000000000" pitchFamily="2" charset="0"/>
                <a:ea typeface="Roboto Medium" panose="02000000000000000000" pitchFamily="2" charset="0"/>
              </a:defRPr>
            </a:lvl4pPr>
            <a:lvl5pPr marL="1828800" indent="0" algn="ctr">
              <a:buNone/>
              <a:defRPr sz="2800">
                <a:latin typeface="Roboto Medium" panose="02000000000000000000" pitchFamily="2" charset="0"/>
                <a:ea typeface="Roboto Medium" panose="02000000000000000000" pitchFamily="2" charset="0"/>
              </a:defRPr>
            </a:lvl5pPr>
          </a:lstStyle>
          <a:p>
            <a:pPr lvl="0"/>
            <a:r>
              <a:rPr lang="en-US" dirty="0"/>
              <a:t>Learn more from </a:t>
            </a:r>
            <a:r>
              <a:rPr lang="en-US" dirty="0" err="1"/>
              <a:t>Litware</a:t>
            </a:r>
            <a:r>
              <a:rPr lang="en-US" dirty="0"/>
              <a:t>:</a:t>
            </a:r>
            <a:endParaRPr lang="en-ZA" dirty="0"/>
          </a:p>
        </p:txBody>
      </p:sp>
      <p:pic>
        <p:nvPicPr>
          <p:cNvPr id="38" name="Picture 37" descr="A blue and orange dots on a black background&#10;&#10;Description automatically generated with low confidence">
            <a:extLst>
              <a:ext uri="{FF2B5EF4-FFF2-40B4-BE49-F238E27FC236}">
                <a16:creationId xmlns:a16="http://schemas.microsoft.com/office/drawing/2014/main" id="{35320877-A6BE-6FA5-09AD-DEA1647DB784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alphaModFix amt="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0666" r="10945"/>
          <a:stretch/>
        </p:blipFill>
        <p:spPr>
          <a:xfrm>
            <a:off x="6971998" y="0"/>
            <a:ext cx="5220001" cy="5266943"/>
          </a:xfrm>
          <a:prstGeom prst="rect">
            <a:avLst/>
          </a:prstGeom>
        </p:spPr>
      </p:pic>
      <p:sp>
        <p:nvSpPr>
          <p:cNvPr id="37" name="Text Placeholder 36">
            <a:extLst>
              <a:ext uri="{FF2B5EF4-FFF2-40B4-BE49-F238E27FC236}">
                <a16:creationId xmlns:a16="http://schemas.microsoft.com/office/drawing/2014/main" id="{9DE09D20-1BA2-C1CE-4FA3-B1F1353E3A07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4182205" y="4731998"/>
            <a:ext cx="3792417" cy="374608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2000">
                <a:solidFill>
                  <a:schemeClr val="bg1"/>
                </a:solidFill>
                <a:latin typeface="Roboto Medium" panose="02000000000000000000" pitchFamily="2" charset="0"/>
                <a:ea typeface="Roboto Medium" panose="02000000000000000000" pitchFamily="2" charset="0"/>
              </a:defRPr>
            </a:lvl1pPr>
            <a:lvl2pPr marL="457200" indent="0">
              <a:buNone/>
              <a:defRPr sz="2000">
                <a:latin typeface="Roboto Medium" panose="02000000000000000000" pitchFamily="2" charset="0"/>
                <a:ea typeface="Roboto Medium" panose="02000000000000000000" pitchFamily="2" charset="0"/>
              </a:defRPr>
            </a:lvl2pPr>
            <a:lvl3pPr marL="914400" indent="0">
              <a:buNone/>
              <a:defRPr sz="2000">
                <a:latin typeface="Roboto Medium" panose="02000000000000000000" pitchFamily="2" charset="0"/>
                <a:ea typeface="Roboto Medium" panose="02000000000000000000" pitchFamily="2" charset="0"/>
              </a:defRPr>
            </a:lvl3pPr>
            <a:lvl4pPr marL="1371600" indent="0">
              <a:buNone/>
              <a:defRPr sz="2000">
                <a:latin typeface="Roboto Medium" panose="02000000000000000000" pitchFamily="2" charset="0"/>
                <a:ea typeface="Roboto Medium" panose="02000000000000000000" pitchFamily="2" charset="0"/>
              </a:defRPr>
            </a:lvl4pPr>
            <a:lvl5pPr marL="1828800" indent="0">
              <a:buNone/>
              <a:defRPr sz="2000">
                <a:latin typeface="Roboto Medium" panose="02000000000000000000" pitchFamily="2" charset="0"/>
                <a:ea typeface="Roboto Medium" panose="02000000000000000000" pitchFamily="2" charset="0"/>
              </a:defRPr>
            </a:lvl5pPr>
          </a:lstStyle>
          <a:p>
            <a:pPr algn="ctr">
              <a:buClr>
                <a:schemeClr val="accent2"/>
              </a:buClr>
            </a:pPr>
            <a:r>
              <a:rPr lang="en-US" sz="2000" dirty="0">
                <a:solidFill>
                  <a:schemeClr val="bg1"/>
                </a:solidFill>
                <a:latin typeface="Roboto Medium" panose="02000000000000000000" pitchFamily="2" charset="0"/>
                <a:ea typeface="Roboto Medium" panose="02000000000000000000" pitchFamily="2" charset="0"/>
                <a:cs typeface="Roboto Condensed" panose="02000000000000000000" pitchFamily="2" charset="0"/>
                <a:hlinkClick r:id="rId3">
                  <a:extLst>
                    <a:ext uri="{A12FA001-AC4F-418D-AE19-62706E023703}">
                      <ahyp:hlinkClr xmlns:ahyp="http://schemas.microsoft.com/office/drawing/2018/hyperlinkcolor" xmlns="" val="tx"/>
                    </a:ext>
                  </a:extLst>
                </a:hlinkClick>
              </a:rPr>
              <a:t>https://www.Litware.com</a:t>
            </a:r>
            <a:endParaRPr lang="en-US" sz="2000" dirty="0">
              <a:solidFill>
                <a:schemeClr val="bg1"/>
              </a:solidFill>
              <a:latin typeface="Roboto Medium" panose="02000000000000000000" pitchFamily="2" charset="0"/>
              <a:ea typeface="Roboto Medium" panose="02000000000000000000" pitchFamily="2" charset="0"/>
              <a:cs typeface="Roboto Condensed" panose="02000000000000000000" pitchFamily="2" charset="0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ABCA4164-C3C0-349C-33CD-9D751810A0DF}"/>
              </a:ext>
            </a:extLst>
          </p:cNvPr>
          <p:cNvSpPr/>
          <p:nvPr userDrawn="1"/>
        </p:nvSpPr>
        <p:spPr>
          <a:xfrm>
            <a:off x="0" y="6411710"/>
            <a:ext cx="12192000" cy="446290"/>
          </a:xfrm>
          <a:prstGeom prst="rect">
            <a:avLst/>
          </a:prstGeom>
          <a:gradFill>
            <a:gsLst>
              <a:gs pos="0">
                <a:srgbClr val="F27242"/>
              </a:gs>
              <a:gs pos="100000">
                <a:srgbClr val="E75D3D"/>
              </a:gs>
            </a:gsLst>
            <a:lin ang="432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ZA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85482AA-3FC3-2551-3928-D27FE4A4AB6C}"/>
              </a:ext>
            </a:extLst>
          </p:cNvPr>
          <p:cNvSpPr txBox="1"/>
          <p:nvPr userDrawn="1"/>
        </p:nvSpPr>
        <p:spPr>
          <a:xfrm>
            <a:off x="539396" y="6518377"/>
            <a:ext cx="1689454" cy="203326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r>
              <a:rPr lang="en-US" sz="1400" b="1" spc="50" baseline="0" dirty="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Litware.com</a:t>
            </a:r>
            <a:endParaRPr lang="en-ZA" sz="1400" b="1" spc="50" baseline="0" dirty="0">
              <a:solidFill>
                <a:schemeClr val="bg1"/>
              </a:solidFill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CE79D89-4659-2131-8AEC-9F6EF301FCA0}"/>
              </a:ext>
            </a:extLst>
          </p:cNvPr>
          <p:cNvSpPr txBox="1"/>
          <p:nvPr userDrawn="1"/>
        </p:nvSpPr>
        <p:spPr>
          <a:xfrm>
            <a:off x="10010769" y="6518377"/>
            <a:ext cx="1689454" cy="220726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algn="r"/>
            <a:fld id="{329ECA23-66F2-4EC3-A2B3-56E360310663}" type="slidenum">
              <a:rPr lang="en-US" sz="1400" b="1" spc="50" baseline="0" smtClean="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‹#›</a:t>
            </a:fld>
            <a:endParaRPr lang="en-ZA" sz="1600" b="1" spc="50" baseline="0">
              <a:solidFill>
                <a:schemeClr val="bg1"/>
              </a:solidFill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F643E04E-EB9A-D073-41F3-F9B88A99FA50}"/>
              </a:ext>
            </a:extLst>
          </p:cNvPr>
          <p:cNvCxnSpPr>
            <a:cxnSpLocks/>
          </p:cNvCxnSpPr>
          <p:nvPr userDrawn="1"/>
        </p:nvCxnSpPr>
        <p:spPr>
          <a:xfrm>
            <a:off x="11290300" y="6529740"/>
            <a:ext cx="0" cy="191963"/>
          </a:xfrm>
          <a:prstGeom prst="line">
            <a:avLst/>
          </a:prstGeom>
          <a:ln w="19050">
            <a:solidFill>
              <a:srgbClr val="F4F5F7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52854590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D089CC15-87C1-763D-1E6D-FA764FEC1A8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19100" y="1608304"/>
            <a:ext cx="10515600" cy="155399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ZA"/>
          </a:p>
        </p:txBody>
      </p:sp>
      <p:sp>
        <p:nvSpPr>
          <p:cNvPr id="13" name="Title Placeholder 6">
            <a:extLst>
              <a:ext uri="{FF2B5EF4-FFF2-40B4-BE49-F238E27FC236}">
                <a16:creationId xmlns:a16="http://schemas.microsoft.com/office/drawing/2014/main" id="{41616FDA-E256-79E7-974A-B4B2391F5A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9100" y="716296"/>
            <a:ext cx="10515600" cy="558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268671644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30" r:id="rId1"/>
    <p:sldLayoutId id="2147483831" r:id="rId2"/>
    <p:sldLayoutId id="2147483843" r:id="rId3"/>
    <p:sldLayoutId id="2147483844" r:id="rId4"/>
    <p:sldLayoutId id="2147483845" r:id="rId5"/>
    <p:sldLayoutId id="2147483785" r:id="rId6"/>
    <p:sldLayoutId id="2147483846" r:id="rId7"/>
    <p:sldLayoutId id="2147483842" r:id="rId8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000" b="1" kern="1200">
          <a:solidFill>
            <a:schemeClr val="tx2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None/>
        <a:defRPr sz="1800" kern="1200">
          <a:solidFill>
            <a:schemeClr val="tx1"/>
          </a:solidFill>
          <a:latin typeface="Roboto Medium" panose="02000000000000000000" pitchFamily="2" charset="0"/>
          <a:ea typeface="Roboto Medium" panose="02000000000000000000" pitchFamily="2" charset="0"/>
          <a:cs typeface="+mn-cs"/>
        </a:defRPr>
      </a:lvl1pPr>
      <a:lvl2pPr marL="4572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6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400" i="1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400" i="1" u="sng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5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5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6.png"/><Relationship Id="rId3" Type="http://schemas.openxmlformats.org/officeDocument/2006/relationships/image" Target="../media/image8.svg"/><Relationship Id="rId4" Type="http://schemas.openxmlformats.org/officeDocument/2006/relationships/image" Target="../media/image7.png"/><Relationship Id="rId5" Type="http://schemas.openxmlformats.org/officeDocument/2006/relationships/image" Target="../media/image10.svg"/><Relationship Id="rId6" Type="http://schemas.openxmlformats.org/officeDocument/2006/relationships/image" Target="../media/image8.png"/><Relationship Id="rId7" Type="http://schemas.openxmlformats.org/officeDocument/2006/relationships/image" Target="../media/image12.svg"/><Relationship Id="rId8" Type="http://schemas.openxmlformats.org/officeDocument/2006/relationships/image" Target="../media/image9.png"/><Relationship Id="rId9" Type="http://schemas.openxmlformats.org/officeDocument/2006/relationships/image" Target="../media/image14.svg"/><Relationship Id="rId10" Type="http://schemas.openxmlformats.org/officeDocument/2006/relationships/image" Target="../media/image10.png"/><Relationship Id="rId11" Type="http://schemas.openxmlformats.org/officeDocument/2006/relationships/image" Target="../media/image16.sv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2.png"/><Relationship Id="rId3" Type="http://schemas.openxmlformats.org/officeDocument/2006/relationships/image" Target="../media/image19.sv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Подзаголовок 3"/>
          <p:cNvSpPr>
            <a:spLocks noGrp="1"/>
          </p:cNvSpPr>
          <p:nvPr>
            <p:ph type="body" sz="quarter" idx="10"/>
          </p:nvPr>
        </p:nvSpPr>
        <p:spPr>
          <a:xfrm>
            <a:off x="591634" y="3857625"/>
            <a:ext cx="9285612" cy="1430147"/>
          </a:xfrm>
          <a:prstGeom prst="rect">
            <a:avLst/>
          </a:prstGeom>
        </p:spPr>
        <p:txBody>
          <a:bodyPr anchor="b">
            <a:noAutofit/>
          </a:bodyPr>
          <a:lstStyle/>
          <a:p>
            <a:pPr>
              <a:lnSpc>
                <a:spcPct val="100000"/>
              </a:lnSpc>
            </a:pPr>
            <a:r>
              <a:rPr lang="pl-PL" sz="4800" spc="50" dirty="0">
                <a:latin typeface="Roboto"/>
                <a:ea typeface="Roboto"/>
                <a:cs typeface="Roboto"/>
              </a:rPr>
              <a:t>Azure Cost</a:t>
            </a:r>
            <a:r>
              <a:rPr lang="en-US" sz="4800" spc="50" dirty="0"/>
              <a:t/>
            </a:r>
            <a:br>
              <a:rPr lang="en-US" sz="4800" spc="50" dirty="0"/>
            </a:br>
            <a:r>
              <a:rPr lang="en-US" sz="4800" spc="50" dirty="0">
                <a:latin typeface="Roboto"/>
                <a:ea typeface="Roboto"/>
                <a:cs typeface="Roboto"/>
              </a:rPr>
              <a:t>Implementation</a:t>
            </a:r>
            <a:r>
              <a:rPr lang="pl-PL" sz="4800" spc="50" dirty="0">
                <a:latin typeface="Roboto"/>
                <a:ea typeface="Roboto"/>
                <a:cs typeface="Roboto"/>
              </a:rPr>
              <a:t> Kickoff</a:t>
            </a:r>
          </a:p>
        </p:txBody>
      </p:sp>
      <p:pic>
        <p:nvPicPr>
          <p:cNvPr id="3" name="Picture 2" descr="customerLogo">
            <a:extLst>
              <a:ext uri="{FF2B5EF4-FFF2-40B4-BE49-F238E27FC236}">
                <a16:creationId xmlns:a16="http://schemas.microsoft.com/office/drawing/2014/main" id="{C3A286AA-3257-395E-B27A-10B5B1ABC9B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634845" y="757382"/>
            <a:ext cx="2809202" cy="18728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799068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3C88D50D-BBDA-E32A-DBDC-F8133E23FB5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17980" y="764864"/>
            <a:ext cx="8735748" cy="461665"/>
          </a:xfrm>
        </p:spPr>
        <p:txBody>
          <a:bodyPr/>
          <a:lstStyle/>
          <a:p>
            <a:r>
              <a:rPr lang="en-US" dirty="0"/>
              <a:t>Goal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5288278-67FC-4726-A695-1D860AF79A5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536268" y="498314"/>
            <a:ext cx="3363379" cy="246221"/>
          </a:xfrm>
        </p:spPr>
        <p:txBody>
          <a:bodyPr>
            <a:normAutofit/>
          </a:bodyPr>
          <a:lstStyle/>
          <a:p>
            <a:r>
              <a:rPr lang="pl-PL" dirty="0"/>
              <a:t>Azure Cost </a:t>
            </a:r>
            <a:r>
              <a:rPr lang="en-US" dirty="0"/>
              <a:t>Implementation </a:t>
            </a:r>
            <a:r>
              <a:rPr lang="pl-PL" dirty="0"/>
              <a:t>Kickoff</a:t>
            </a:r>
            <a:endParaRPr lang="en-ZA" dirty="0"/>
          </a:p>
          <a:p>
            <a:endParaRPr lang="en-US" sz="1600" spc="50" dirty="0"/>
          </a:p>
        </p:txBody>
      </p:sp>
      <p:sp>
        <p:nvSpPr>
          <p:cNvPr id="6" name="Text Placeholder 18">
            <a:extLst>
              <a:ext uri="{FF2B5EF4-FFF2-40B4-BE49-F238E27FC236}">
                <a16:creationId xmlns:a16="http://schemas.microsoft.com/office/drawing/2014/main" id="{65402B04-869E-7823-913A-E5DA96EB98B3}"/>
              </a:ext>
            </a:extLst>
          </p:cNvPr>
          <p:cNvSpPr txBox="1">
            <a:spLocks/>
          </p:cNvSpPr>
          <p:nvPr/>
        </p:nvSpPr>
        <p:spPr>
          <a:xfrm>
            <a:off x="730240" y="1877853"/>
            <a:ext cx="10666766" cy="2046447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400" i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400" i="1" u="sng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00000"/>
              </a:lnSpc>
              <a:spcBef>
                <a:spcPts val="1200"/>
              </a:spcBef>
              <a:spcAft>
                <a:spcPts val="600"/>
              </a:spcAft>
            </a:pPr>
            <a:endParaRPr lang="en-US" b="1">
              <a:solidFill>
                <a:schemeClr val="accent1"/>
              </a:solidFill>
            </a:endParaRPr>
          </a:p>
          <a:p>
            <a:pPr>
              <a:lnSpc>
                <a:spcPct val="100000"/>
              </a:lnSpc>
              <a:spcBef>
                <a:spcPts val="1200"/>
              </a:spcBef>
              <a:spcAft>
                <a:spcPts val="600"/>
              </a:spcAft>
            </a:pPr>
            <a:endParaRPr lang="en-US" b="1">
              <a:solidFill>
                <a:schemeClr val="accent1"/>
              </a:solidFill>
            </a:endParaRPr>
          </a:p>
        </p:txBody>
      </p:sp>
      <p:sp>
        <p:nvSpPr>
          <p:cNvPr id="7" name="Rectangle 2">
            <a:extLst>
              <a:ext uri="{FF2B5EF4-FFF2-40B4-BE49-F238E27FC236}">
                <a16:creationId xmlns:a16="http://schemas.microsoft.com/office/drawing/2014/main" id="{7BB33358-2E64-FE70-7933-3E50BB6C5FAA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-201645"/>
            <a:ext cx="184731" cy="40329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7935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C598DE3-4C9F-9321-A06E-14CC0E2B2C71}"/>
              </a:ext>
            </a:extLst>
          </p:cNvPr>
          <p:cNvSpPr txBox="1"/>
          <p:nvPr/>
        </p:nvSpPr>
        <p:spPr>
          <a:xfrm>
            <a:off x="308824" y="2397948"/>
            <a:ext cx="11328843" cy="20621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5"/>
            <a:r>
              <a:rPr lang="en-US" sz="3200" dirty="0"/>
              <a:t>Reduce Azure Cost by </a:t>
            </a:r>
          </a:p>
          <a:p>
            <a:pPr lvl="5"/>
            <a:r>
              <a:rPr lang="en-US" sz="3200" dirty="0">
                <a:solidFill>
                  <a:schemeClr val="accent1"/>
                </a:solidFill>
              </a:rPr>
              <a:t>	</a:t>
            </a:r>
            <a:r>
              <a:rPr lang="en-US" sz="3200" dirty="0"/>
              <a:t>removing</a:t>
            </a:r>
            <a:r>
              <a:rPr lang="en-US" sz="3200" dirty="0">
                <a:solidFill>
                  <a:schemeClr val="accent1"/>
                </a:solidFill>
              </a:rPr>
              <a:t> </a:t>
            </a:r>
            <a:r>
              <a:rPr lang="en-US" sz="3200" b="1" dirty="0">
                <a:solidFill>
                  <a:schemeClr val="accent1"/>
                </a:solidFill>
              </a:rPr>
              <a:t>Orphaned resources</a:t>
            </a:r>
            <a:r>
              <a:rPr lang="en-US" sz="3200" dirty="0">
                <a:solidFill>
                  <a:schemeClr val="accent1"/>
                </a:solidFill>
              </a:rPr>
              <a:t>, </a:t>
            </a:r>
          </a:p>
          <a:p>
            <a:pPr lvl="5"/>
            <a:r>
              <a:rPr lang="en-US" sz="3200" dirty="0">
                <a:solidFill>
                  <a:schemeClr val="accent1"/>
                </a:solidFill>
              </a:rPr>
              <a:t>		</a:t>
            </a:r>
            <a:r>
              <a:rPr lang="en-US" sz="3200" dirty="0"/>
              <a:t>implementing</a:t>
            </a:r>
            <a:r>
              <a:rPr lang="en-US" sz="3200" dirty="0">
                <a:solidFill>
                  <a:schemeClr val="accent1"/>
                </a:solidFill>
              </a:rPr>
              <a:t> </a:t>
            </a:r>
            <a:r>
              <a:rPr lang="en-US" sz="3200" b="1" dirty="0">
                <a:solidFill>
                  <a:schemeClr val="accent1"/>
                </a:solidFill>
              </a:rPr>
              <a:t>Rightsizing</a:t>
            </a:r>
            <a:r>
              <a:rPr lang="en-US" sz="3200" dirty="0">
                <a:solidFill>
                  <a:schemeClr val="accent1"/>
                </a:solidFill>
              </a:rPr>
              <a:t> </a:t>
            </a:r>
            <a:r>
              <a:rPr lang="en-US" sz="3200" dirty="0"/>
              <a:t>and</a:t>
            </a:r>
          </a:p>
          <a:p>
            <a:pPr lvl="5"/>
            <a:r>
              <a:rPr lang="en-US" sz="3200" dirty="0">
                <a:solidFill>
                  <a:schemeClr val="accent1"/>
                </a:solidFill>
              </a:rPr>
              <a:t>			 </a:t>
            </a:r>
            <a:r>
              <a:rPr lang="en-US" sz="3200" b="1" dirty="0">
                <a:solidFill>
                  <a:schemeClr val="accent1"/>
                </a:solidFill>
              </a:rPr>
              <a:t>Suboptimal pricing</a:t>
            </a:r>
            <a:r>
              <a:rPr lang="en-US" sz="3200" dirty="0">
                <a:solidFill>
                  <a:schemeClr val="accent1"/>
                </a:solidFill>
              </a:rPr>
              <a:t> </a:t>
            </a:r>
            <a:r>
              <a:rPr lang="en-US" sz="3200" dirty="0"/>
              <a:t>strategies</a:t>
            </a:r>
            <a:endParaRPr lang="en-US" sz="3200" dirty="0">
              <a:effectLst/>
            </a:endParaRPr>
          </a:p>
        </p:txBody>
      </p:sp>
    </p:spTree>
    <p:extLst>
      <p:ext uri="{BB962C8B-B14F-4D97-AF65-F5344CB8AC3E}">
        <p14:creationId xmlns:p14="http://schemas.microsoft.com/office/powerpoint/2010/main" val="397365708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C1A9CE03-717A-B6F0-774B-4DD755B29916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6044070" y="0"/>
            <a:ext cx="6147929" cy="6410325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ZA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E5F79446-C075-FBA9-CDD7-71E49C02A03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17980" y="764865"/>
            <a:ext cx="2807007" cy="463860"/>
          </a:xfrm>
        </p:spPr>
        <p:txBody>
          <a:bodyPr/>
          <a:lstStyle/>
          <a:p>
            <a:r>
              <a:rPr lang="en-ZA"/>
              <a:t>Meet the Team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CBCCAEEC-D2D4-B32B-45CD-380FFAB44E15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536268" y="498315"/>
            <a:ext cx="2928827" cy="492443"/>
          </a:xfrm>
        </p:spPr>
        <p:txBody>
          <a:bodyPr/>
          <a:lstStyle/>
          <a:p>
            <a:r>
              <a:rPr lang="pl-PL" dirty="0"/>
              <a:t>Azure Cost </a:t>
            </a:r>
            <a:r>
              <a:rPr lang="en-US" dirty="0"/>
              <a:t>Implementation </a:t>
            </a:r>
            <a:r>
              <a:rPr lang="pl-PL" dirty="0"/>
              <a:t>Kickoff</a:t>
            </a:r>
            <a:endParaRPr lang="en-ZA" dirty="0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ACF47DC2-7697-C465-CA46-987F6D78A98B}"/>
              </a:ext>
            </a:extLst>
          </p:cNvPr>
          <p:cNvSpPr/>
          <p:nvPr/>
        </p:nvSpPr>
        <p:spPr>
          <a:xfrm>
            <a:off x="7515547" y="2091463"/>
            <a:ext cx="3048771" cy="3267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ZA"/>
          </a:p>
        </p:txBody>
      </p:sp>
      <p:sp>
        <p:nvSpPr>
          <p:cNvPr id="33" name="Text Placeholder 7">
            <a:extLst>
              <a:ext uri="{FF2B5EF4-FFF2-40B4-BE49-F238E27FC236}">
                <a16:creationId xmlns:a16="http://schemas.microsoft.com/office/drawing/2014/main" id="{5A14188D-FA17-5B9A-E36D-CAAC34F2FCA9}"/>
              </a:ext>
            </a:extLst>
          </p:cNvPr>
          <p:cNvSpPr txBox="1">
            <a:spLocks/>
          </p:cNvSpPr>
          <p:nvPr/>
        </p:nvSpPr>
        <p:spPr>
          <a:xfrm>
            <a:off x="7515547" y="2106702"/>
            <a:ext cx="3048771" cy="280987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400" i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400" i="1" u="sng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pl-PL" sz="1600" dirty="0">
                <a:solidFill>
                  <a:schemeClr val="bg1"/>
                </a:solidFill>
                <a:latin typeface="Roboto Medium" panose="02000000000000000000" pitchFamily="2" charset="0"/>
                <a:ea typeface="Roboto Medium" panose="02000000000000000000" pitchFamily="2" charset="0"/>
              </a:rPr>
              <a:t>{{CustomerName}}</a:t>
            </a:r>
          </a:p>
        </p:txBody>
      </p:sp>
      <p:sp>
        <p:nvSpPr>
          <p:cNvPr id="11" name="Text Placeholder 5">
            <a:extLst>
              <a:ext uri="{FF2B5EF4-FFF2-40B4-BE49-F238E27FC236}">
                <a16:creationId xmlns:a16="http://schemas.microsoft.com/office/drawing/2014/main" id="{22A7CD4D-0A14-C3FA-A0BC-10FE8E12CB40}"/>
              </a:ext>
            </a:extLst>
          </p:cNvPr>
          <p:cNvSpPr txBox="1">
            <a:spLocks/>
          </p:cNvSpPr>
          <p:nvPr/>
        </p:nvSpPr>
        <p:spPr>
          <a:xfrm>
            <a:off x="1029813" y="3152001"/>
            <a:ext cx="3430546" cy="553998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3000" b="1" kern="1200">
                <a:solidFill>
                  <a:srgbClr val="20465F"/>
                </a:solidFill>
                <a:latin typeface="Roboto" panose="02000000000000000000" pitchFamily="2" charset="0"/>
                <a:ea typeface="Roboto" panose="02000000000000000000" pitchFamily="2" charset="0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3600" b="1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3600" b="1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3600" b="1" i="1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3600" b="1" i="1" u="sng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1800" b="0" dirty="0">
                <a:latin typeface="Roboto SemiBold" panose="02000000000000000000" pitchFamily="2" charset="0"/>
                <a:ea typeface="Roboto SemiBold" panose="02000000000000000000" pitchFamily="2" charset="0"/>
              </a:rPr>
              <a:t>Victor Mushkatin</a:t>
            </a:r>
          </a:p>
          <a:p>
            <a:pPr algn="ctr"/>
            <a:r>
              <a:rPr lang="en-US" sz="1800" b="0" dirty="0">
                <a:latin typeface="Roboto SemiBold" panose="02000000000000000000" pitchFamily="2" charset="0"/>
                <a:ea typeface="Roboto SemiBold" panose="02000000000000000000" pitchFamily="2" charset="0"/>
              </a:rPr>
              <a:t>vmushkatin@vboxcloud.com</a:t>
            </a:r>
            <a:endParaRPr lang="en-ZA" sz="1800" b="0" dirty="0">
              <a:latin typeface="Roboto SemiBold" panose="02000000000000000000" pitchFamily="2" charset="0"/>
              <a:ea typeface="Roboto SemiBold" panose="02000000000000000000" pitchFamily="2" charset="0"/>
            </a:endParaRPr>
          </a:p>
        </p:txBody>
      </p:sp>
      <p:sp>
        <p:nvSpPr>
          <p:cNvPr id="44" name="Text Placeholder 5">
            <a:extLst>
              <a:ext uri="{FF2B5EF4-FFF2-40B4-BE49-F238E27FC236}">
                <a16:creationId xmlns:a16="http://schemas.microsoft.com/office/drawing/2014/main" id="{8BB62D15-66AB-F2B1-B552-F50AC4B29F71}"/>
              </a:ext>
            </a:extLst>
          </p:cNvPr>
          <p:cNvSpPr txBox="1">
            <a:spLocks/>
          </p:cNvSpPr>
          <p:nvPr/>
        </p:nvSpPr>
        <p:spPr>
          <a:xfrm>
            <a:off x="6982532" y="3152001"/>
            <a:ext cx="4114800" cy="276999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3000" b="1" kern="1200">
                <a:solidFill>
                  <a:srgbClr val="20465F"/>
                </a:solidFill>
                <a:latin typeface="Roboto" panose="02000000000000000000" pitchFamily="2" charset="0"/>
                <a:ea typeface="Roboto" panose="02000000000000000000" pitchFamily="2" charset="0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3600" b="1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3600" b="1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3600" b="1" i="1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3600" b="1" i="1" u="sng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1800" b="0" dirty="0" smtClean="0">
                <a:latin typeface="Roboto SemiBold" panose="02000000000000000000" pitchFamily="2" charset="0"/>
                <a:ea typeface="Roboto SemiBold" panose="02000000000000000000" pitchFamily="2" charset="0"/>
              </a:rPr>
              <a:t>{{</a:t>
            </a:r>
            <a:r>
              <a:rPr lang="en-US" sz="1800" b="0" dirty="0" err="1" smtClean="0">
                <a:latin typeface="Roboto SemiBold" panose="02000000000000000000" pitchFamily="2" charset="0"/>
                <a:ea typeface="Roboto SemiBold" panose="02000000000000000000" pitchFamily="2" charset="0"/>
              </a:rPr>
              <a:t>CustomerTeam</a:t>
            </a:r>
            <a:r>
              <a:rPr lang="en-US" sz="1800" b="0" smtClean="0">
                <a:latin typeface="Roboto SemiBold" panose="02000000000000000000" pitchFamily="2" charset="0"/>
                <a:ea typeface="Roboto SemiBold" panose="02000000000000000000" pitchFamily="2" charset="0"/>
              </a:rPr>
              <a:t>}}</a:t>
            </a:r>
            <a:endParaRPr lang="en-ZA" sz="1800" b="0" dirty="0">
              <a:latin typeface="Roboto SemiBold" panose="02000000000000000000" pitchFamily="2" charset="0"/>
              <a:ea typeface="Roboto SemiBold" panose="02000000000000000000" pitchFamily="2" charset="0"/>
            </a:endParaRPr>
          </a:p>
        </p:txBody>
      </p:sp>
      <p:pic>
        <p:nvPicPr>
          <p:cNvPr id="2" name="Picture 1" descr="A logo with a light bulb and flames&#10;&#10;AI-generated content may be incorrect.">
            <a:extLst>
              <a:ext uri="{FF2B5EF4-FFF2-40B4-BE49-F238E27FC236}">
                <a16:creationId xmlns:a16="http://schemas.microsoft.com/office/drawing/2014/main" id="{35C36B66-2CF7-39FF-9E49-8CF707FB1665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27682" y="1586396"/>
            <a:ext cx="1837413" cy="866844"/>
          </a:xfrm>
          <a:prstGeom prst="rect">
            <a:avLst/>
          </a:prstGeom>
        </p:spPr>
      </p:pic>
      <p:pic>
        <p:nvPicPr>
          <p:cNvPr id="9" name="Picture 8" descr="customerLogo">
            <a:extLst>
              <a:ext uri="{FF2B5EF4-FFF2-40B4-BE49-F238E27FC236}">
                <a16:creationId xmlns:a16="http://schemas.microsoft.com/office/drawing/2014/main" id="{5019BABA-C1C4-E0B7-99EB-E96A5F16FB9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35331" y="109331"/>
            <a:ext cx="2809202" cy="18728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7339590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E5F79446-C075-FBA9-CDD7-71E49C02A03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17980" y="764864"/>
            <a:ext cx="2263320" cy="461665"/>
          </a:xfrm>
        </p:spPr>
        <p:txBody>
          <a:bodyPr/>
          <a:lstStyle/>
          <a:p>
            <a:r>
              <a:rPr lang="pl-PL"/>
              <a:t>Agenda</a:t>
            </a:r>
            <a:endParaRPr lang="en-ZA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CBCCAEEC-D2D4-B32B-45CD-380FFAB44E15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536267" y="498315"/>
            <a:ext cx="2928827" cy="492443"/>
          </a:xfrm>
        </p:spPr>
        <p:txBody>
          <a:bodyPr/>
          <a:lstStyle/>
          <a:p>
            <a:r>
              <a:rPr lang="pl-PL"/>
              <a:t>Azure Cost </a:t>
            </a:r>
            <a:r>
              <a:rPr lang="en-US"/>
              <a:t>Implementation </a:t>
            </a:r>
            <a:r>
              <a:rPr lang="pl-PL"/>
              <a:t>Kickoff</a:t>
            </a:r>
            <a:endParaRPr lang="en-ZA"/>
          </a:p>
          <a:p>
            <a:endParaRPr lang="en-ZA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E15BAB81-0FF2-CECB-3A1E-DB29A2FA86A4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5450893" y="3739014"/>
            <a:ext cx="1569466" cy="647250"/>
          </a:xfrm>
        </p:spPr>
        <p:txBody>
          <a:bodyPr>
            <a:normAutofit/>
          </a:bodyPr>
          <a:lstStyle/>
          <a:p>
            <a:pPr algn="ctr">
              <a:lnSpc>
                <a:spcPct val="100000"/>
              </a:lnSpc>
            </a:pPr>
            <a:r>
              <a:rPr lang="en-US" dirty="0">
                <a:latin typeface="Roboto Medium" panose="02000000000000000000" pitchFamily="2" charset="0"/>
                <a:ea typeface="Roboto Medium" panose="02000000000000000000" pitchFamily="2" charset="0"/>
              </a:rPr>
              <a:t>ROB &amp; Timeline</a:t>
            </a:r>
          </a:p>
        </p:txBody>
      </p:sp>
      <p:pic>
        <p:nvPicPr>
          <p:cNvPr id="10" name="Graphic 9">
            <a:extLst>
              <a:ext uri="{FF2B5EF4-FFF2-40B4-BE49-F238E27FC236}">
                <a16:creationId xmlns:a16="http://schemas.microsoft.com/office/drawing/2014/main" id="{FA4A7198-9DDB-037E-8A84-19E62CBB35F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xmlns="" r:embed="rId3"/>
              </a:ext>
            </a:extLst>
          </a:blip>
          <a:stretch>
            <a:fillRect/>
          </a:stretch>
        </p:blipFill>
        <p:spPr>
          <a:xfrm>
            <a:off x="5834687" y="2666286"/>
            <a:ext cx="801878" cy="801878"/>
          </a:xfrm>
          <a:prstGeom prst="rect">
            <a:avLst/>
          </a:prstGeom>
        </p:spPr>
      </p:pic>
      <p:grpSp>
        <p:nvGrpSpPr>
          <p:cNvPr id="9" name="Group 8">
            <a:extLst>
              <a:ext uri="{FF2B5EF4-FFF2-40B4-BE49-F238E27FC236}">
                <a16:creationId xmlns:a16="http://schemas.microsoft.com/office/drawing/2014/main" id="{5213ECBD-E070-A9DB-6184-4B49D95C0304}"/>
              </a:ext>
            </a:extLst>
          </p:cNvPr>
          <p:cNvGrpSpPr/>
          <p:nvPr/>
        </p:nvGrpSpPr>
        <p:grpSpPr>
          <a:xfrm>
            <a:off x="1743865" y="2750351"/>
            <a:ext cx="1322030" cy="1728669"/>
            <a:chOff x="1361093" y="2734779"/>
            <a:chExt cx="1322030" cy="1728669"/>
          </a:xfrm>
        </p:grpSpPr>
        <p:sp>
          <p:nvSpPr>
            <p:cNvPr id="2" name="Text Placeholder 7">
              <a:extLst>
                <a:ext uri="{FF2B5EF4-FFF2-40B4-BE49-F238E27FC236}">
                  <a16:creationId xmlns:a16="http://schemas.microsoft.com/office/drawing/2014/main" id="{CCB647F7-1305-181E-B0F3-76CFEFD312BA}"/>
                </a:ext>
              </a:extLst>
            </p:cNvPr>
            <p:cNvSpPr txBox="1">
              <a:spLocks/>
            </p:cNvSpPr>
            <p:nvPr/>
          </p:nvSpPr>
          <p:spPr>
            <a:xfrm>
              <a:off x="1361093" y="3705682"/>
              <a:ext cx="1322030" cy="757766"/>
            </a:xfrm>
            <a:prstGeom prst="rect">
              <a:avLst/>
            </a:prstGeom>
          </p:spPr>
          <p:txBody>
            <a:bodyPr vert="horz" lIns="91440" tIns="45720" rIns="91440" bIns="45720" rtlCol="0">
              <a:normAutofit/>
            </a:bodyPr>
            <a:lstStyle>
              <a:lvl1pPr marL="0" indent="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Font typeface="Arial" panose="020B0604020202020204" pitchFamily="34" charset="0"/>
                <a:buNone/>
                <a:defRPr sz="1800" kern="1200">
                  <a:solidFill>
                    <a:schemeClr val="tx1"/>
                  </a:solidFill>
                  <a:latin typeface="Roboto" panose="02000000000000000000" pitchFamily="2" charset="0"/>
                  <a:ea typeface="Roboto" panose="02000000000000000000" pitchFamily="2" charset="0"/>
                  <a:cs typeface="+mn-cs"/>
                </a:defRPr>
              </a:lvl1pPr>
              <a:lvl2pPr marL="457200" indent="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indent="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indent="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400" i="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indent="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400" i="1" u="sng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lnSpc>
                  <a:spcPct val="110000"/>
                </a:lnSpc>
              </a:pPr>
              <a:r>
                <a:rPr lang="en-US" dirty="0">
                  <a:latin typeface="Roboto Medium" panose="02000000000000000000" pitchFamily="2" charset="0"/>
                  <a:ea typeface="Roboto Medium" panose="02000000000000000000" pitchFamily="2" charset="0"/>
                </a:rPr>
                <a:t>Meet the Team</a:t>
              </a:r>
            </a:p>
          </p:txBody>
        </p:sp>
        <p:pic>
          <p:nvPicPr>
            <p:cNvPr id="12" name="Graphic 11">
              <a:extLst>
                <a:ext uri="{FF2B5EF4-FFF2-40B4-BE49-F238E27FC236}">
                  <a16:creationId xmlns:a16="http://schemas.microsoft.com/office/drawing/2014/main" id="{12B6AC8F-6D4F-E194-93B8-E99B0C12F1E1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xmlns="" r:embed="rId5"/>
                </a:ext>
              </a:extLst>
            </a:blip>
            <a:stretch>
              <a:fillRect/>
            </a:stretch>
          </p:blipFill>
          <p:spPr>
            <a:xfrm>
              <a:off x="1616914" y="2734779"/>
              <a:ext cx="810388" cy="757766"/>
            </a:xfrm>
            <a:prstGeom prst="rect">
              <a:avLst/>
            </a:prstGeom>
          </p:spPr>
        </p:pic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6338987C-23B1-FE08-EBF7-78310C6EB800}"/>
              </a:ext>
            </a:extLst>
          </p:cNvPr>
          <p:cNvGrpSpPr/>
          <p:nvPr/>
        </p:nvGrpSpPr>
        <p:grpSpPr>
          <a:xfrm>
            <a:off x="3594129" y="2859820"/>
            <a:ext cx="1577514" cy="1526444"/>
            <a:chOff x="3248825" y="2638774"/>
            <a:chExt cx="1577514" cy="1526444"/>
          </a:xfrm>
        </p:grpSpPr>
        <p:sp>
          <p:nvSpPr>
            <p:cNvPr id="3" name="Text Placeholder 7">
              <a:extLst>
                <a:ext uri="{FF2B5EF4-FFF2-40B4-BE49-F238E27FC236}">
                  <a16:creationId xmlns:a16="http://schemas.microsoft.com/office/drawing/2014/main" id="{E1295A58-95F6-37F7-877F-07BFE9C53784}"/>
                </a:ext>
              </a:extLst>
            </p:cNvPr>
            <p:cNvSpPr txBox="1">
              <a:spLocks/>
            </p:cNvSpPr>
            <p:nvPr/>
          </p:nvSpPr>
          <p:spPr>
            <a:xfrm>
              <a:off x="3248825" y="3705682"/>
              <a:ext cx="1577514" cy="459536"/>
            </a:xfrm>
            <a:prstGeom prst="rect">
              <a:avLst/>
            </a:prstGeom>
          </p:spPr>
          <p:txBody>
            <a:bodyPr vert="horz" lIns="91440" tIns="45720" rIns="91440" bIns="45720" rtlCol="0">
              <a:normAutofit/>
            </a:bodyPr>
            <a:lstStyle>
              <a:lvl1pPr marL="0" indent="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Font typeface="Arial" panose="020B0604020202020204" pitchFamily="34" charset="0"/>
                <a:buNone/>
                <a:defRPr sz="1800" kern="1200">
                  <a:solidFill>
                    <a:schemeClr val="tx1"/>
                  </a:solidFill>
                  <a:latin typeface="Roboto" panose="02000000000000000000" pitchFamily="2" charset="0"/>
                  <a:ea typeface="Roboto" panose="02000000000000000000" pitchFamily="2" charset="0"/>
                  <a:cs typeface="+mn-cs"/>
                </a:defRPr>
              </a:lvl1pPr>
              <a:lvl2pPr marL="457200" indent="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indent="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indent="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400" i="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indent="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400" i="1" u="sng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>
                  <a:latin typeface="Roboto Medium" panose="02000000000000000000" pitchFamily="2" charset="0"/>
                  <a:ea typeface="Roboto Medium" panose="02000000000000000000" pitchFamily="2" charset="0"/>
                </a:rPr>
                <a:t>Scoping</a:t>
              </a:r>
            </a:p>
          </p:txBody>
        </p:sp>
        <p:pic>
          <p:nvPicPr>
            <p:cNvPr id="14" name="Graphic 13">
              <a:extLst>
                <a:ext uri="{FF2B5EF4-FFF2-40B4-BE49-F238E27FC236}">
                  <a16:creationId xmlns:a16="http://schemas.microsoft.com/office/drawing/2014/main" id="{F24AB8A2-F473-2D7E-A0A0-1862EB988437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xmlns="" r:embed="rId7"/>
                </a:ext>
              </a:extLst>
            </a:blip>
            <a:stretch>
              <a:fillRect/>
            </a:stretch>
          </p:blipFill>
          <p:spPr>
            <a:xfrm>
              <a:off x="3626665" y="2638774"/>
              <a:ext cx="821834" cy="821834"/>
            </a:xfrm>
            <a:prstGeom prst="rect">
              <a:avLst/>
            </a:prstGeom>
          </p:spPr>
        </p:pic>
      </p:grpSp>
      <p:grpSp>
        <p:nvGrpSpPr>
          <p:cNvPr id="15" name="Group 14">
            <a:extLst>
              <a:ext uri="{FF2B5EF4-FFF2-40B4-BE49-F238E27FC236}">
                <a16:creationId xmlns:a16="http://schemas.microsoft.com/office/drawing/2014/main" id="{66C5C79D-E3DB-5335-3CB9-3671C4CDEA61}"/>
              </a:ext>
            </a:extLst>
          </p:cNvPr>
          <p:cNvGrpSpPr/>
          <p:nvPr/>
        </p:nvGrpSpPr>
        <p:grpSpPr>
          <a:xfrm>
            <a:off x="9507857" y="2859820"/>
            <a:ext cx="914402" cy="1338222"/>
            <a:chOff x="9463407" y="2844248"/>
            <a:chExt cx="914402" cy="1338222"/>
          </a:xfrm>
        </p:grpSpPr>
        <p:sp>
          <p:nvSpPr>
            <p:cNvPr id="5" name="Text Placeholder 7">
              <a:extLst>
                <a:ext uri="{FF2B5EF4-FFF2-40B4-BE49-F238E27FC236}">
                  <a16:creationId xmlns:a16="http://schemas.microsoft.com/office/drawing/2014/main" id="{77FF8169-2521-3577-594F-B9539DF1C9D0}"/>
                </a:ext>
              </a:extLst>
            </p:cNvPr>
            <p:cNvSpPr txBox="1">
              <a:spLocks/>
            </p:cNvSpPr>
            <p:nvPr/>
          </p:nvSpPr>
          <p:spPr>
            <a:xfrm>
              <a:off x="9506632" y="3722934"/>
              <a:ext cx="827952" cy="459536"/>
            </a:xfrm>
            <a:prstGeom prst="rect">
              <a:avLst/>
            </a:prstGeom>
          </p:spPr>
          <p:txBody>
            <a:bodyPr vert="horz" lIns="91440" tIns="45720" rIns="91440" bIns="45720" rtlCol="0">
              <a:normAutofit/>
            </a:bodyPr>
            <a:lstStyle>
              <a:lvl1pPr marL="0" indent="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Font typeface="Arial" panose="020B0604020202020204" pitchFamily="34" charset="0"/>
                <a:buNone/>
                <a:defRPr sz="1800" kern="1200">
                  <a:solidFill>
                    <a:schemeClr val="tx1"/>
                  </a:solidFill>
                  <a:latin typeface="Roboto" panose="02000000000000000000" pitchFamily="2" charset="0"/>
                  <a:ea typeface="Roboto" panose="02000000000000000000" pitchFamily="2" charset="0"/>
                  <a:cs typeface="+mn-cs"/>
                </a:defRPr>
              </a:lvl1pPr>
              <a:lvl2pPr marL="457200" indent="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indent="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indent="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400" i="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indent="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400" i="1" u="sng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dirty="0">
                  <a:latin typeface="Roboto Medium" panose="02000000000000000000" pitchFamily="2" charset="0"/>
                  <a:ea typeface="Roboto Medium" panose="02000000000000000000" pitchFamily="2" charset="0"/>
                </a:rPr>
                <a:t>Q&amp;A</a:t>
              </a:r>
            </a:p>
          </p:txBody>
        </p:sp>
        <p:pic>
          <p:nvPicPr>
            <p:cNvPr id="16" name="Graphic 15">
              <a:extLst>
                <a:ext uri="{FF2B5EF4-FFF2-40B4-BE49-F238E27FC236}">
                  <a16:creationId xmlns:a16="http://schemas.microsoft.com/office/drawing/2014/main" id="{D23532D7-5C16-21DC-2E0A-AC04542B0338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96DAC541-7B7A-43D3-8B79-37D633B846F1}">
                  <asvg:svgBlip xmlns:asvg="http://schemas.microsoft.com/office/drawing/2016/SVG/main" xmlns="" r:embed="rId9"/>
                </a:ext>
              </a:extLst>
            </a:blip>
            <a:stretch>
              <a:fillRect/>
            </a:stretch>
          </p:blipFill>
          <p:spPr>
            <a:xfrm>
              <a:off x="9463407" y="2844248"/>
              <a:ext cx="914402" cy="622852"/>
            </a:xfrm>
            <a:prstGeom prst="rect">
              <a:avLst/>
            </a:prstGeom>
          </p:spPr>
        </p:pic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77FEE79E-83AE-E124-29E0-55CD2904DABC}"/>
              </a:ext>
            </a:extLst>
          </p:cNvPr>
          <p:cNvGrpSpPr/>
          <p:nvPr/>
        </p:nvGrpSpPr>
        <p:grpSpPr>
          <a:xfrm>
            <a:off x="7255787" y="2666286"/>
            <a:ext cx="1716262" cy="1719978"/>
            <a:chOff x="7433499" y="2632954"/>
            <a:chExt cx="1716262" cy="1719978"/>
          </a:xfrm>
        </p:grpSpPr>
        <p:sp>
          <p:nvSpPr>
            <p:cNvPr id="4" name="Text Placeholder 7">
              <a:extLst>
                <a:ext uri="{FF2B5EF4-FFF2-40B4-BE49-F238E27FC236}">
                  <a16:creationId xmlns:a16="http://schemas.microsoft.com/office/drawing/2014/main" id="{0FB2AA00-A54A-3126-00B0-1BDDE0E43A78}"/>
                </a:ext>
              </a:extLst>
            </p:cNvPr>
            <p:cNvSpPr txBox="1">
              <a:spLocks/>
            </p:cNvSpPr>
            <p:nvPr/>
          </p:nvSpPr>
          <p:spPr>
            <a:xfrm>
              <a:off x="7433499" y="3705682"/>
              <a:ext cx="1716262" cy="647250"/>
            </a:xfrm>
            <a:prstGeom prst="rect">
              <a:avLst/>
            </a:prstGeom>
          </p:spPr>
          <p:txBody>
            <a:bodyPr vert="horz" lIns="91440" tIns="45720" rIns="91440" bIns="45720" rtlCol="0">
              <a:normAutofit/>
            </a:bodyPr>
            <a:lstStyle>
              <a:lvl1pPr marL="0" indent="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Font typeface="Arial" panose="020B0604020202020204" pitchFamily="34" charset="0"/>
                <a:buNone/>
                <a:defRPr sz="1800" kern="1200">
                  <a:solidFill>
                    <a:schemeClr val="tx1"/>
                  </a:solidFill>
                  <a:latin typeface="Roboto" panose="02000000000000000000" pitchFamily="2" charset="0"/>
                  <a:ea typeface="Roboto" panose="02000000000000000000" pitchFamily="2" charset="0"/>
                  <a:cs typeface="+mn-cs"/>
                </a:defRPr>
              </a:lvl1pPr>
              <a:lvl2pPr marL="457200" indent="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indent="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indent="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400" i="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indent="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400" i="1" u="sng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lnSpc>
                  <a:spcPct val="100000"/>
                </a:lnSpc>
              </a:pPr>
              <a:r>
                <a:rPr lang="en-US">
                  <a:latin typeface="Roboto Medium" panose="02000000000000000000" pitchFamily="2" charset="0"/>
                  <a:ea typeface="Roboto Medium" panose="02000000000000000000" pitchFamily="2" charset="0"/>
                </a:rPr>
                <a:t> </a:t>
              </a:r>
              <a:r>
                <a:rPr lang="en-US" err="1">
                  <a:latin typeface="Roboto Medium" panose="02000000000000000000" pitchFamily="2" charset="0"/>
                  <a:ea typeface="Roboto Medium" panose="02000000000000000000" pitchFamily="2" charset="0"/>
                </a:rPr>
                <a:t>vBox</a:t>
              </a:r>
              <a:r>
                <a:rPr lang="en-US">
                  <a:latin typeface="Roboto Medium" panose="02000000000000000000" pitchFamily="2" charset="0"/>
                  <a:ea typeface="Roboto Medium" panose="02000000000000000000" pitchFamily="2" charset="0"/>
                </a:rPr>
                <a:t> Access &amp; Demo</a:t>
              </a:r>
            </a:p>
          </p:txBody>
        </p:sp>
        <p:pic>
          <p:nvPicPr>
            <p:cNvPr id="20" name="Graphic 19">
              <a:extLst>
                <a:ext uri="{FF2B5EF4-FFF2-40B4-BE49-F238E27FC236}">
                  <a16:creationId xmlns:a16="http://schemas.microsoft.com/office/drawing/2014/main" id="{5D990C5B-3990-FB4C-9F2C-64F0E9A0501C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extLst>
                <a:ext uri="{96DAC541-7B7A-43D3-8B79-37D633B846F1}">
                  <asvg:svgBlip xmlns:asvg="http://schemas.microsoft.com/office/drawing/2016/SVG/main" xmlns="" r:embed="rId11"/>
                </a:ext>
              </a:extLst>
            </a:blip>
            <a:stretch>
              <a:fillRect/>
            </a:stretch>
          </p:blipFill>
          <p:spPr>
            <a:xfrm>
              <a:off x="7887440" y="2632954"/>
              <a:ext cx="808380" cy="764684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01103100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B9A89127-4A32-E973-EE96-770AD73E6B3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Scope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715444E-5244-8C95-7BB5-17CD79957C05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536268" y="498314"/>
            <a:ext cx="8735748" cy="246221"/>
          </a:xfrm>
        </p:spPr>
        <p:txBody>
          <a:bodyPr/>
          <a:lstStyle/>
          <a:p>
            <a:r>
              <a:rPr lang="pl-PL" dirty="0"/>
              <a:t>Azure Cost </a:t>
            </a:r>
            <a:r>
              <a:rPr lang="en-US" dirty="0"/>
              <a:t>Implementation </a:t>
            </a:r>
            <a:r>
              <a:rPr lang="pl-PL" dirty="0"/>
              <a:t>Kickoff</a:t>
            </a:r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ADEFA18-4A69-0A2B-BE10-8C91D4D4309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8466" y="2252498"/>
            <a:ext cx="10155067" cy="23530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9621703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E5F79446-C075-FBA9-CDD7-71E49C02A03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17980" y="764864"/>
            <a:ext cx="4530270" cy="461665"/>
          </a:xfrm>
        </p:spPr>
        <p:txBody>
          <a:bodyPr/>
          <a:lstStyle/>
          <a:p>
            <a:r>
              <a:rPr lang="en-ZA"/>
              <a:t>ROB &amp; Timeline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CBCCAEEC-D2D4-B32B-45CD-380FFAB44E15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536268" y="498314"/>
            <a:ext cx="3057164" cy="492443"/>
          </a:xfrm>
        </p:spPr>
        <p:txBody>
          <a:bodyPr/>
          <a:lstStyle/>
          <a:p>
            <a:r>
              <a:rPr lang="pl-PL"/>
              <a:t>Azure Cost </a:t>
            </a:r>
            <a:r>
              <a:rPr lang="en-US"/>
              <a:t>Implementation </a:t>
            </a:r>
            <a:r>
              <a:rPr lang="pl-PL"/>
              <a:t>Kickoff</a:t>
            </a:r>
            <a:endParaRPr lang="en-ZA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E15BAB81-0FF2-CECB-3A1E-DB29A2FA86A4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895965" y="2166235"/>
            <a:ext cx="8304569" cy="3289799"/>
          </a:xfrm>
        </p:spPr>
        <p:txBody>
          <a:bodyPr vert="horz" lIns="91440" tIns="45720" rIns="91440" bIns="45720" rtlCol="0" anchor="t">
            <a:noAutofit/>
          </a:bodyPr>
          <a:lstStyle/>
          <a:p>
            <a:pPr marL="285750" indent="-285750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US" dirty="0"/>
              <a:t>Duration: 8 weeks engagement</a:t>
            </a:r>
          </a:p>
          <a:p>
            <a:pPr marL="285750" indent="-285750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US" dirty="0"/>
              <a:t>Rhythm of Business (ROB):</a:t>
            </a:r>
          </a:p>
          <a:p>
            <a:pPr marL="800100" lvl="1" indent="-342900">
              <a:lnSpc>
                <a:spcPct val="100000"/>
              </a:lnSpc>
              <a:buFont typeface="+mj-lt"/>
              <a:buAutoNum type="arabicPeriod"/>
            </a:pPr>
            <a:r>
              <a:rPr lang="en-US" dirty="0"/>
              <a:t>On-boarding call/vBox setup</a:t>
            </a:r>
          </a:p>
          <a:p>
            <a:pPr marL="800100" lvl="1" indent="-342900">
              <a:lnSpc>
                <a:spcPct val="100000"/>
              </a:lnSpc>
              <a:buFont typeface="+mj-lt"/>
              <a:buAutoNum type="arabicPeriod"/>
            </a:pPr>
            <a:r>
              <a:rPr lang="en-US" dirty="0"/>
              <a:t>Kick off call/user on-boarding + program overview + initial scope definition</a:t>
            </a:r>
          </a:p>
          <a:p>
            <a:pPr marL="800100" lvl="1" indent="-342900">
              <a:lnSpc>
                <a:spcPct val="100000"/>
              </a:lnSpc>
              <a:buFont typeface="+mj-lt"/>
              <a:buAutoNum type="arabicPeriod"/>
            </a:pPr>
            <a:r>
              <a:rPr lang="en-US" dirty="0"/>
              <a:t>Weekly execution calls (6) to identify areas for improvement, assign tasks for customer team to execute on and review execution progress/blockers:</a:t>
            </a:r>
          </a:p>
          <a:p>
            <a:pPr marL="1200150" lvl="2" indent="-285750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US" dirty="0"/>
              <a:t>Week 1: Kick-off meeting</a:t>
            </a:r>
          </a:p>
          <a:p>
            <a:pPr marL="1200150" lvl="2" indent="-285750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US" dirty="0"/>
              <a:t>Week 2-5: Recommendations overview </a:t>
            </a:r>
          </a:p>
          <a:p>
            <a:pPr marL="1200150" lvl="2" indent="-285750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US" dirty="0"/>
              <a:t>Week 6-7: Address customer’s special requests</a:t>
            </a:r>
          </a:p>
          <a:p>
            <a:pPr marL="1200150" lvl="2" indent="-285750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US" dirty="0"/>
              <a:t>Week 8: Project Results Review</a:t>
            </a:r>
            <a:endParaRPr lang="en-US" dirty="0">
              <a:ea typeface="Roboto"/>
              <a:cs typeface="Roboto"/>
            </a:endParaRPr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7E0B0B98-9D15-FD65-3BB0-B885266880FA}"/>
              </a:ext>
            </a:extLst>
          </p:cNvPr>
          <p:cNvSpPr/>
          <p:nvPr/>
        </p:nvSpPr>
        <p:spPr>
          <a:xfrm>
            <a:off x="536268" y="1781175"/>
            <a:ext cx="11160432" cy="4059920"/>
          </a:xfrm>
          <a:prstGeom prst="roundRect">
            <a:avLst>
              <a:gd name="adj" fmla="val 7895"/>
            </a:avLst>
          </a:prstGeom>
          <a:noFill/>
          <a:ln w="28575">
            <a:solidFill>
              <a:srgbClr val="DEDEE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319032006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E5F79446-C075-FBA9-CDD7-71E49C02A03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>
                <a:latin typeface="+mj-lt"/>
                <a:ea typeface="Roboto Medium" panose="02000000000000000000" pitchFamily="2" charset="0"/>
              </a:rPr>
              <a:t>vBox on-boarding and scope review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CBCCAEEC-D2D4-B32B-45CD-380FFAB44E15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536267" y="498315"/>
            <a:ext cx="3041121" cy="492443"/>
          </a:xfrm>
        </p:spPr>
        <p:txBody>
          <a:bodyPr/>
          <a:lstStyle/>
          <a:p>
            <a:r>
              <a:rPr lang="pl-PL" dirty="0"/>
              <a:t>Azure Cost </a:t>
            </a:r>
            <a:r>
              <a:rPr lang="en-US" dirty="0"/>
              <a:t>Implementation </a:t>
            </a:r>
            <a:r>
              <a:rPr lang="pl-PL" dirty="0"/>
              <a:t>Kickoff</a:t>
            </a:r>
            <a:endParaRPr lang="en-ZA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E15BAB81-0FF2-CECB-3A1E-DB29A2FA86A4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5917" y="1703217"/>
            <a:ext cx="6531282" cy="4258827"/>
          </a:xfrm>
        </p:spPr>
        <p:txBody>
          <a:bodyPr>
            <a:noAutofit/>
          </a:bodyPr>
          <a:lstStyle/>
          <a:p>
            <a:pPr marL="342900" indent="-342900">
              <a:buFont typeface="+mj-lt"/>
              <a:buAutoNum type="arabicPeriod"/>
            </a:pPr>
            <a:r>
              <a:rPr lang="en-US" sz="2000" dirty="0">
                <a:latin typeface="Roboto SemiBold" panose="02000000000000000000" pitchFamily="2" charset="0"/>
                <a:ea typeface="Roboto SemiBold" panose="02000000000000000000" pitchFamily="2" charset="0"/>
              </a:rPr>
              <a:t>Onboard vBox (if not done)</a:t>
            </a:r>
            <a:r>
              <a:rPr lang="pl-PL" sz="2000" dirty="0">
                <a:latin typeface="Roboto SemiBold" panose="02000000000000000000" pitchFamily="2" charset="0"/>
                <a:ea typeface="Roboto SemiBold" panose="02000000000000000000" pitchFamily="2" charset="0"/>
              </a:rPr>
              <a:t> </a:t>
            </a:r>
            <a:endParaRPr lang="en-US" sz="2000" dirty="0">
              <a:latin typeface="Roboto SemiBold" panose="02000000000000000000" pitchFamily="2" charset="0"/>
              <a:ea typeface="Roboto SemiBold" panose="02000000000000000000" pitchFamily="2" charset="0"/>
            </a:endParaRP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pl-PL" dirty="0"/>
              <a:t>Enable PAL (Partner Admin Link) </a:t>
            </a:r>
            <a:endParaRPr lang="en-US" dirty="0"/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dirty="0"/>
              <a:t>Deploy Azure Optimization Assessment Offer 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dirty="0"/>
              <a:t>Delegate Reader Role</a:t>
            </a:r>
            <a:br>
              <a:rPr lang="en-US" dirty="0"/>
            </a:br>
            <a:endParaRPr lang="en-US" dirty="0"/>
          </a:p>
          <a:p>
            <a:pPr marL="342900" indent="-342900">
              <a:spcBef>
                <a:spcPts val="1200"/>
              </a:spcBef>
              <a:buFont typeface="+mj-lt"/>
              <a:buAutoNum type="arabicPeriod"/>
            </a:pPr>
            <a:r>
              <a:rPr lang="en-US" sz="2000" dirty="0">
                <a:latin typeface="Roboto SemiBold" panose="02000000000000000000" pitchFamily="2" charset="0"/>
                <a:ea typeface="Roboto SemiBold" panose="02000000000000000000" pitchFamily="2" charset="0"/>
              </a:rPr>
              <a:t>vBox User access</a:t>
            </a:r>
            <a:endParaRPr lang="pl-PL" sz="2000" dirty="0">
              <a:latin typeface="Roboto SemiBold" panose="02000000000000000000" pitchFamily="2" charset="0"/>
              <a:ea typeface="Roboto SemiBold" panose="02000000000000000000" pitchFamily="2" charset="0"/>
            </a:endParaRP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1800" dirty="0"/>
              <a:t>Users Emails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1800" dirty="0"/>
              <a:t>Accept consent</a:t>
            </a:r>
          </a:p>
          <a:p>
            <a:pPr lvl="1"/>
            <a:endParaRPr lang="pl-PL" sz="1800" dirty="0"/>
          </a:p>
          <a:p>
            <a:pPr marL="342900" indent="-342900">
              <a:spcBef>
                <a:spcPts val="1200"/>
              </a:spcBef>
              <a:buFont typeface="+mj-lt"/>
              <a:buAutoNum type="arabicPeriod"/>
            </a:pPr>
            <a:r>
              <a:rPr lang="en-US" sz="2000" dirty="0">
                <a:latin typeface="Roboto SemiBold" panose="02000000000000000000" pitchFamily="2" charset="0"/>
                <a:ea typeface="Roboto SemiBold" panose="02000000000000000000" pitchFamily="2" charset="0"/>
              </a:rPr>
              <a:t>vBox Scope review</a:t>
            </a:r>
            <a:endParaRPr lang="pl-PL" sz="2000" dirty="0">
              <a:latin typeface="Roboto SemiBold" panose="02000000000000000000" pitchFamily="2" charset="0"/>
              <a:ea typeface="Roboto SemiBold" panose="02000000000000000000" pitchFamily="2" charset="0"/>
            </a:endParaRP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1800" dirty="0"/>
              <a:t>Cost Assessment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1800" dirty="0"/>
              <a:t>Recommendations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1800"/>
              <a:t>Initial Task </a:t>
            </a:r>
            <a:r>
              <a:rPr lang="en-US" sz="1800" dirty="0"/>
              <a:t>Assignment</a:t>
            </a:r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0D79F2BC-E858-8B25-63F7-C9A7A3ED536C}"/>
              </a:ext>
            </a:extLst>
          </p:cNvPr>
          <p:cNvCxnSpPr/>
          <p:nvPr/>
        </p:nvCxnSpPr>
        <p:spPr>
          <a:xfrm>
            <a:off x="849611" y="1526258"/>
            <a:ext cx="7398057" cy="0"/>
          </a:xfrm>
          <a:prstGeom prst="line">
            <a:avLst/>
          </a:prstGeom>
          <a:ln w="19050">
            <a:solidFill>
              <a:srgbClr val="DEDEEE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95B3860C-7740-2CF1-F6A7-13A0081FCF67}"/>
              </a:ext>
            </a:extLst>
          </p:cNvPr>
          <p:cNvCxnSpPr/>
          <p:nvPr/>
        </p:nvCxnSpPr>
        <p:spPr>
          <a:xfrm>
            <a:off x="1000440" y="3083939"/>
            <a:ext cx="7398057" cy="0"/>
          </a:xfrm>
          <a:prstGeom prst="line">
            <a:avLst/>
          </a:prstGeom>
          <a:ln w="19050">
            <a:solidFill>
              <a:srgbClr val="DEDEEE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26BAE279-FE79-77C6-9703-7BE4E141B26B}"/>
              </a:ext>
            </a:extLst>
          </p:cNvPr>
          <p:cNvCxnSpPr/>
          <p:nvPr/>
        </p:nvCxnSpPr>
        <p:spPr>
          <a:xfrm>
            <a:off x="1000440" y="4427554"/>
            <a:ext cx="7398057" cy="0"/>
          </a:xfrm>
          <a:prstGeom prst="line">
            <a:avLst/>
          </a:prstGeom>
          <a:ln w="19050">
            <a:solidFill>
              <a:srgbClr val="DEDEEE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8CD95189-33D9-54C2-AE07-86BA02F4BC2F}"/>
              </a:ext>
            </a:extLst>
          </p:cNvPr>
          <p:cNvCxnSpPr/>
          <p:nvPr/>
        </p:nvCxnSpPr>
        <p:spPr>
          <a:xfrm>
            <a:off x="849611" y="6007115"/>
            <a:ext cx="7398057" cy="0"/>
          </a:xfrm>
          <a:prstGeom prst="line">
            <a:avLst/>
          </a:prstGeom>
          <a:ln w="19050">
            <a:solidFill>
              <a:srgbClr val="DEDEEE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5637813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E75E5F2E-88BE-A944-ABC0-75F2C261456A}"/>
              </a:ext>
            </a:extLst>
          </p:cNvPr>
          <p:cNvSpPr/>
          <p:nvPr/>
        </p:nvSpPr>
        <p:spPr>
          <a:xfrm>
            <a:off x="0" y="3705505"/>
            <a:ext cx="12192000" cy="270482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ZA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E5F79446-C075-FBA9-CDD7-71E49C02A03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17980" y="764864"/>
            <a:ext cx="1034595" cy="492443"/>
          </a:xfrm>
        </p:spPr>
        <p:txBody>
          <a:bodyPr/>
          <a:lstStyle/>
          <a:p>
            <a:r>
              <a:rPr lang="pl-PL"/>
              <a:t>Q&amp;A</a:t>
            </a:r>
            <a:endParaRPr lang="en-ZA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CBCCAEEC-D2D4-B32B-45CD-380FFAB44E15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536268" y="498314"/>
            <a:ext cx="8735748" cy="246221"/>
          </a:xfrm>
        </p:spPr>
        <p:txBody>
          <a:bodyPr/>
          <a:lstStyle/>
          <a:p>
            <a:r>
              <a:rPr lang="pl-PL"/>
              <a:t>Azure Cost </a:t>
            </a:r>
            <a:r>
              <a:rPr lang="en-US"/>
              <a:t>Implementation </a:t>
            </a:r>
            <a:r>
              <a:rPr lang="pl-PL"/>
              <a:t>Kickoff</a:t>
            </a:r>
            <a:endParaRPr lang="en-ZA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E15BAB81-0FF2-CECB-3A1E-DB29A2FA86A4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5633419" y="2659354"/>
            <a:ext cx="2477399" cy="676276"/>
          </a:xfrm>
        </p:spPr>
        <p:txBody>
          <a:bodyPr>
            <a:noAutofit/>
          </a:bodyPr>
          <a:lstStyle/>
          <a:p>
            <a:pPr algn="ctr"/>
            <a:r>
              <a:rPr lang="en-US" sz="2200">
                <a:latin typeface="Roboto Medium" panose="02000000000000000000" pitchFamily="2" charset="0"/>
                <a:ea typeface="Roboto Medium" panose="02000000000000000000" pitchFamily="2" charset="0"/>
              </a:rPr>
              <a:t>Weekly Meetings </a:t>
            </a:r>
            <a:r>
              <a:rPr lang="pl-PL" sz="2200">
                <a:latin typeface="Roboto Medium" panose="02000000000000000000" pitchFamily="2" charset="0"/>
                <a:ea typeface="Roboto Medium" panose="02000000000000000000" pitchFamily="2" charset="0"/>
              </a:rPr>
              <a:t>schedule</a:t>
            </a:r>
          </a:p>
        </p:txBody>
      </p:sp>
      <p:sp>
        <p:nvSpPr>
          <p:cNvPr id="2" name="Text Placeholder 7">
            <a:extLst>
              <a:ext uri="{FF2B5EF4-FFF2-40B4-BE49-F238E27FC236}">
                <a16:creationId xmlns:a16="http://schemas.microsoft.com/office/drawing/2014/main" id="{70AD520D-71D1-ABFC-6F1F-8FA524A68F86}"/>
              </a:ext>
            </a:extLst>
          </p:cNvPr>
          <p:cNvSpPr txBox="1">
            <a:spLocks/>
          </p:cNvSpPr>
          <p:nvPr/>
        </p:nvSpPr>
        <p:spPr>
          <a:xfrm>
            <a:off x="703951" y="4601247"/>
            <a:ext cx="4058549" cy="690562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400" i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400" i="1" u="sng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l-PL" sz="6000">
                <a:solidFill>
                  <a:schemeClr val="bg1"/>
                </a:solidFill>
                <a:latin typeface="Roboto Bold" panose="02000000000000000000" pitchFamily="2" charset="0"/>
                <a:ea typeface="Roboto Bold" panose="02000000000000000000" pitchFamily="2" charset="0"/>
              </a:rPr>
              <a:t>Questions?</a:t>
            </a:r>
            <a:endParaRPr lang="en-US" sz="6000">
              <a:solidFill>
                <a:schemeClr val="bg1"/>
              </a:solidFill>
              <a:latin typeface="Roboto Bold" panose="02000000000000000000" pitchFamily="2" charset="0"/>
              <a:ea typeface="Roboto Bold" panose="02000000000000000000" pitchFamily="2" charset="0"/>
            </a:endParaRPr>
          </a:p>
        </p:txBody>
      </p:sp>
      <p:sp>
        <p:nvSpPr>
          <p:cNvPr id="5" name="Text Placeholder 7">
            <a:extLst>
              <a:ext uri="{FF2B5EF4-FFF2-40B4-BE49-F238E27FC236}">
                <a16:creationId xmlns:a16="http://schemas.microsoft.com/office/drawing/2014/main" id="{4DDD09A2-34E5-36B2-5F85-3C0C4435968B}"/>
              </a:ext>
            </a:extLst>
          </p:cNvPr>
          <p:cNvSpPr txBox="1">
            <a:spLocks/>
          </p:cNvSpPr>
          <p:nvPr/>
        </p:nvSpPr>
        <p:spPr>
          <a:xfrm>
            <a:off x="703951" y="1848399"/>
            <a:ext cx="4201424" cy="690562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400" i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400" i="1" u="sng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6000">
                <a:solidFill>
                  <a:schemeClr val="tx2"/>
                </a:solidFill>
                <a:latin typeface="Roboto Bold" panose="02000000000000000000" pitchFamily="2" charset="0"/>
                <a:ea typeface="Roboto Bold" panose="02000000000000000000" pitchFamily="2" charset="0"/>
              </a:rPr>
              <a:t>Next Steps:</a:t>
            </a:r>
          </a:p>
        </p:txBody>
      </p:sp>
      <p:pic>
        <p:nvPicPr>
          <p:cNvPr id="10" name="Graphic 9">
            <a:extLst>
              <a:ext uri="{FF2B5EF4-FFF2-40B4-BE49-F238E27FC236}">
                <a16:creationId xmlns:a16="http://schemas.microsoft.com/office/drawing/2014/main" id="{0D9D8F4F-BA2E-CF70-F1BE-CFBAD27534E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xmlns="" r:embed="rId3"/>
              </a:ext>
            </a:extLst>
          </a:blip>
          <a:stretch>
            <a:fillRect/>
          </a:stretch>
        </p:blipFill>
        <p:spPr>
          <a:xfrm>
            <a:off x="6466235" y="1779390"/>
            <a:ext cx="811766" cy="778856"/>
          </a:xfrm>
          <a:prstGeom prst="rect">
            <a:avLst/>
          </a:prstGeom>
        </p:spPr>
      </p:pic>
      <p:sp>
        <p:nvSpPr>
          <p:cNvPr id="4" name="Text Placeholder 7">
            <a:extLst>
              <a:ext uri="{FF2B5EF4-FFF2-40B4-BE49-F238E27FC236}">
                <a16:creationId xmlns:a16="http://schemas.microsoft.com/office/drawing/2014/main" id="{8A62F8F0-D431-6BAE-2063-A9D3C36C75CD}"/>
              </a:ext>
            </a:extLst>
          </p:cNvPr>
          <p:cNvSpPr txBox="1">
            <a:spLocks/>
          </p:cNvSpPr>
          <p:nvPr/>
        </p:nvSpPr>
        <p:spPr>
          <a:xfrm>
            <a:off x="8251383" y="2659354"/>
            <a:ext cx="2477399" cy="676276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400" i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400" i="1" u="sng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2200">
                <a:latin typeface="Roboto Medium" panose="02000000000000000000" pitchFamily="2" charset="0"/>
                <a:ea typeface="Roboto Medium" panose="02000000000000000000" pitchFamily="2" charset="0"/>
              </a:rPr>
              <a:t>PTO/Holidays</a:t>
            </a:r>
            <a:endParaRPr lang="pl-PL" sz="2200">
              <a:latin typeface="Roboto Medium" panose="02000000000000000000" pitchFamily="2" charset="0"/>
              <a:ea typeface="Roboto Medium" panose="02000000000000000000" pitchFamily="2" charset="0"/>
            </a:endParaRPr>
          </a:p>
        </p:txBody>
      </p:sp>
      <p:pic>
        <p:nvPicPr>
          <p:cNvPr id="9" name="Graphic 8">
            <a:extLst>
              <a:ext uri="{FF2B5EF4-FFF2-40B4-BE49-F238E27FC236}">
                <a16:creationId xmlns:a16="http://schemas.microsoft.com/office/drawing/2014/main" id="{98CFFEE7-BD3E-1C44-BCD8-35B35ACD252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xmlns="" r:embed="rId3"/>
              </a:ext>
            </a:extLst>
          </a:blip>
          <a:stretch>
            <a:fillRect/>
          </a:stretch>
        </p:blipFill>
        <p:spPr>
          <a:xfrm>
            <a:off x="9084199" y="1779390"/>
            <a:ext cx="811766" cy="7788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9605801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59578A67-2261-B465-0FF1-D79919431FB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619500" y="3864902"/>
            <a:ext cx="4953000" cy="344827"/>
          </a:xfrm>
        </p:spPr>
        <p:txBody>
          <a:bodyPr>
            <a:noAutofit/>
          </a:bodyPr>
          <a:lstStyle/>
          <a:p>
            <a:r>
              <a:rPr lang="en-US" spc="10"/>
              <a:t>Visit our site to learn more:</a:t>
            </a:r>
            <a:endParaRPr lang="en-ZA" spc="10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5B36AC1F-C159-ABC1-6BC9-3CAC77BF35BB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4441577" y="4747873"/>
            <a:ext cx="3273674" cy="344827"/>
          </a:xfrm>
        </p:spPr>
        <p:txBody>
          <a:bodyPr>
            <a:noAutofit/>
          </a:bodyPr>
          <a:lstStyle/>
          <a:p>
            <a:r>
              <a:rPr lang="en-US" dirty="0"/>
              <a:t>https://www.litware.com</a:t>
            </a:r>
            <a:endParaRPr lang="en-ZA" dirty="0"/>
          </a:p>
        </p:txBody>
      </p:sp>
    </p:spTree>
    <p:extLst>
      <p:ext uri="{BB962C8B-B14F-4D97-AF65-F5344CB8AC3E}">
        <p14:creationId xmlns:p14="http://schemas.microsoft.com/office/powerpoint/2010/main" val="1559448605"/>
      </p:ext>
    </p:extLst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/>
        </p:txBody>
      </p:sp>
      <p:sp>
        <p:nvSpPr>
          <p:cNvPr id="3" name="Text Placeholder 2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t>Topic: Transcription Service Testing</a:t>
            </a:r>
          </a:p>
          <a:p>
            <a:r>
              <a:t>Participants: Andrey Kerchin</a:t>
            </a:r>
          </a:p>
          <a:p/>
          <a:p>
            <a:r>
              <a:t>Key Decisions:</a:t>
            </a:r>
          </a:p>
          <a:p>
            <a:pPr lvl="1"/>
            <a:r>
              <a:t>• Meeting initiated to test transcription service effectiveness</a:t>
            </a:r>
          </a:p>
          <a:p/>
          <a:p>
            <a:r>
              <a:t>Recommendations:</a:t>
            </a:r>
          </a:p>
          <a:p>
            <a:pPr lvl="1"/>
            <a:r>
              <a:t>• Transcription service is being implemented as part of the project</a:t>
            </a:r>
          </a:p>
          <a:p>
            <a:pPr lvl="1"/>
            <a:r>
              <a:t>• Transcription results will be applied to the project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/>
        </p:txBody>
      </p:sp>
      <p:sp>
        <p:nvSpPr>
          <p:cNvPr id="3" name="Text Placeholder 2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t>1. Test Transcription Service Effectiveness</a:t>
            </a:r>
          </a:p>
          <a:p>
            <a:pPr lvl="1"/>
            <a:r>
              <a:t>   Owner: [Not Specified] | Due Date: [Not Specified]</a:t>
            </a:r>
          </a:p>
          <a:p/>
          <a:p>
            <a:r>
              <a:t>2. Apply Transcription Results to Project</a:t>
            </a:r>
          </a:p>
          <a:p>
            <a:pPr lvl="1"/>
            <a:r>
              <a:t>   Owner: [Not Specified] | Due Date: [Not Specified]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VIAcode Color Pallete">
      <a:dk1>
        <a:srgbClr val="173242"/>
      </a:dk1>
      <a:lt1>
        <a:sysClr val="window" lastClr="FFFFFF"/>
      </a:lt1>
      <a:dk2>
        <a:srgbClr val="1F455E"/>
      </a:dk2>
      <a:lt2>
        <a:srgbClr val="F5F5FA"/>
      </a:lt2>
      <a:accent1>
        <a:srgbClr val="ED673F"/>
      </a:accent1>
      <a:accent2>
        <a:srgbClr val="ED673F"/>
      </a:accent2>
      <a:accent3>
        <a:srgbClr val="E4453A"/>
      </a:accent3>
      <a:accent4>
        <a:srgbClr val="285975"/>
      </a:accent4>
      <a:accent5>
        <a:srgbClr val="98D2EB"/>
      </a:accent5>
      <a:accent6>
        <a:srgbClr val="E1F2FE"/>
      </a:accent6>
      <a:hlink>
        <a:srgbClr val="F27242"/>
      </a:hlink>
      <a:folHlink>
        <a:srgbClr val="285975"/>
      </a:folHlink>
    </a:clrScheme>
    <a:fontScheme name="VIAcode Font">
      <a:majorFont>
        <a:latin typeface="Roboto"/>
        <a:ea typeface=""/>
        <a:cs typeface=""/>
      </a:majorFont>
      <a:minorFont>
        <a:latin typeface="Roboto"/>
        <a:ea typeface=""/>
        <a:cs typeface="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VIAcode Presentation Template.potx" id="{F8C195C3-B816-4DF5-B3F5-E24DF8427A6F}" vid="{AC80B01F-F23F-4AF4-ABCB-D3731F9A512F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SharedWithUsers xmlns="6bde16b2-0620-4858-810f-1b920fdeef80">
      <UserInfo>
        <DisplayName>BM CCP.Reader</DisplayName>
        <AccountId>146</AccountId>
        <AccountType/>
      </UserInfo>
      <UserInfo>
        <DisplayName>Alexander Kucheryavenko</DisplayName>
        <AccountId>147</AccountId>
        <AccountType/>
      </UserInfo>
      <UserInfo>
        <DisplayName>Test Iser 3</DisplayName>
        <AccountId>148</AccountId>
        <AccountType/>
      </UserInfo>
      <UserInfo>
        <DisplayName>Maria Menzhunova</DisplayName>
        <AccountId>123</AccountId>
        <AccountType/>
      </UserInfo>
      <UserInfo>
        <DisplayName>Alexey Shemendyuk</DisplayName>
        <AccountId>43</AccountId>
        <AccountType/>
      </UserInfo>
      <UserInfo>
        <DisplayName>Konstantin Kunevich</DisplayName>
        <AccountId>105</AccountId>
        <AccountType/>
      </UserInfo>
      <UserInfo>
        <DisplayName>Alexander Yakubovich</DisplayName>
        <AccountId>208</AccountId>
        <AccountType/>
      </UserInfo>
    </SharedWithUsers>
    <_Flow_SignoffStatus xmlns="911e9e99-66b6-4493-bc54-a9efbea5f7f5" xsi:nil="true"/>
    <lcf76f155ced4ddcb4097134ff3c332f xmlns="911e9e99-66b6-4493-bc54-a9efbea5f7f5">
      <Terms xmlns="http://schemas.microsoft.com/office/infopath/2007/PartnerControls"/>
    </lcf76f155ced4ddcb4097134ff3c332f>
    <TaxCatchAll xmlns="6bde16b2-0620-4858-810f-1b920fdeef80" xsi:nil="true"/>
  </documentManagement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E1988CFF1588C24AB1D2DA4CA343F2D0" ma:contentTypeVersion="20" ma:contentTypeDescription="Create a new document." ma:contentTypeScope="" ma:versionID="25f0cabf385db836020109d9a2839593">
  <xsd:schema xmlns:xsd="http://www.w3.org/2001/XMLSchema" xmlns:xs="http://www.w3.org/2001/XMLSchema" xmlns:p="http://schemas.microsoft.com/office/2006/metadata/properties" xmlns:ns2="6bde16b2-0620-4858-810f-1b920fdeef80" xmlns:ns3="911e9e99-66b6-4493-bc54-a9efbea5f7f5" targetNamespace="http://schemas.microsoft.com/office/2006/metadata/properties" ma:root="true" ma:fieldsID="827b5bb5b26561c8679ccaabba15809d" ns2:_="" ns3:_="">
    <xsd:import namespace="6bde16b2-0620-4858-810f-1b920fdeef80"/>
    <xsd:import namespace="911e9e99-66b6-4493-bc54-a9efbea5f7f5"/>
    <xsd:element name="properties">
      <xsd:complexType>
        <xsd:sequence>
          <xsd:element name="documentManagement">
            <xsd:complexType>
              <xsd:all>
                <xsd:element ref="ns2:SharedWithUsers" minOccurs="0"/>
                <xsd:element ref="ns2:SharedWithDetails" minOccurs="0"/>
                <xsd:element ref="ns3:MediaServiceMetadata" minOccurs="0"/>
                <xsd:element ref="ns3:MediaServiceFastMetadata" minOccurs="0"/>
                <xsd:element ref="ns3:MediaServiceDateTaken" minOccurs="0"/>
                <xsd:element ref="ns3:MediaServiceEventHashCode" minOccurs="0"/>
                <xsd:element ref="ns3:MediaServiceGenerationTime" minOccurs="0"/>
                <xsd:element ref="ns3:MediaServiceAutoTags" minOccurs="0"/>
                <xsd:element ref="ns3:MediaServiceOCR" minOccurs="0"/>
                <xsd:element ref="ns3:_Flow_SignoffStatus" minOccurs="0"/>
                <xsd:element ref="ns3:MediaServiceLocation" minOccurs="0"/>
                <xsd:element ref="ns3:MediaServiceAutoKeyPoints" minOccurs="0"/>
                <xsd:element ref="ns3:MediaServiceKeyPoints" minOccurs="0"/>
                <xsd:element ref="ns3:MediaLengthInSeconds" minOccurs="0"/>
                <xsd:element ref="ns3:lcf76f155ced4ddcb4097134ff3c332f" minOccurs="0"/>
                <xsd:element ref="ns2:TaxCatchAll" minOccurs="0"/>
                <xsd:element ref="ns3:MediaServiceObjectDetectorVersions" minOccurs="0"/>
                <xsd:element ref="ns3:MediaServiceSearchProperties" minOccurs="0"/>
                <xsd:element ref="ns3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6bde16b2-0620-4858-810f-1b920fdeef80" elementFormDefault="qualified">
    <xsd:import namespace="http://schemas.microsoft.com/office/2006/documentManagement/types"/>
    <xsd:import namespace="http://schemas.microsoft.com/office/infopath/2007/PartnerControls"/>
    <xsd:element name="SharedWithUsers" ma:index="8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9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TaxCatchAll" ma:index="24" nillable="true" ma:displayName="Taxonomy Catch All Column" ma:hidden="true" ma:list="{bc8b1e11-ec49-47e0-87eb-41130f9ab6a6}" ma:internalName="TaxCatchAll" ma:showField="CatchAllData" ma:web="6bde16b2-0620-4858-810f-1b920fdeef80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911e9e99-66b6-4493-bc54-a9efbea5f7f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10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1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DateTaken" ma:index="12" nillable="true" ma:displayName="MediaServiceDateTaken" ma:hidden="true" ma:internalName="MediaServiceDateTaken" ma:readOnly="true">
      <xsd:simpleType>
        <xsd:restriction base="dms:Text"/>
      </xsd:simpleType>
    </xsd:element>
    <xsd:element name="MediaServiceEventHashCode" ma:index="13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4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Tags" ma:index="15" nillable="true" ma:displayName="Tags" ma:internalName="MediaServiceAutoTags" ma:readOnly="true">
      <xsd:simpleType>
        <xsd:restriction base="dms:Text"/>
      </xsd:simpleType>
    </xsd:element>
    <xsd:element name="MediaServiceOCR" ma:index="16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_Flow_SignoffStatus" ma:index="17" nillable="true" ma:displayName="Sign-off status" ma:internalName="_x0024_Resources_x003a_core_x002c_Signoff_Status_x003b_">
      <xsd:simpleType>
        <xsd:restriction base="dms:Text"/>
      </xsd:simpleType>
    </xsd:element>
    <xsd:element name="MediaServiceLocation" ma:index="18" nillable="true" ma:displayName="Location" ma:internalName="MediaServiceLocation" ma:readOnly="true">
      <xsd:simpleType>
        <xsd:restriction base="dms:Text"/>
      </xsd:simpleType>
    </xsd:element>
    <xsd:element name="MediaServiceAutoKeyPoints" ma:index="19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20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LengthInSeconds" ma:index="21" nillable="true" ma:displayName="Length (seconds)" ma:internalName="MediaLengthInSeconds" ma:readOnly="true">
      <xsd:simpleType>
        <xsd:restriction base="dms:Unknown"/>
      </xsd:simpleType>
    </xsd:element>
    <xsd:element name="lcf76f155ced4ddcb4097134ff3c332f" ma:index="23" nillable="true" ma:taxonomy="true" ma:internalName="lcf76f155ced4ddcb4097134ff3c332f" ma:taxonomyFieldName="MediaServiceImageTags" ma:displayName="Image Tags" ma:readOnly="false" ma:fieldId="{5cf76f15-5ced-4ddc-b409-7134ff3c332f}" ma:taxonomyMulti="true" ma:sspId="37f27d4c-d2c5-4092-a8f9-61b1d3e2dae3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bjectDetectorVersions" ma:index="25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26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BillingMetadata" ma:index="27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396715FA-0DD9-45D6-8527-5F3C2CA0EE91}">
  <ds:schemaRefs>
    <ds:schemaRef ds:uri="911e9e99-66b6-4493-bc54-a9efbea5f7f5"/>
    <ds:schemaRef ds:uri="http://www.w3.org/XML/1998/namespace"/>
    <ds:schemaRef ds:uri="http://schemas.microsoft.com/office/2006/documentManagement/types"/>
    <ds:schemaRef ds:uri="http://purl.org/dc/dcmitype/"/>
    <ds:schemaRef ds:uri="http://purl.org/dc/elements/1.1/"/>
    <ds:schemaRef ds:uri="http://schemas.microsoft.com/office/2006/metadata/properties"/>
    <ds:schemaRef ds:uri="http://purl.org/dc/terms/"/>
    <ds:schemaRef ds:uri="http://schemas.microsoft.com/office/infopath/2007/PartnerControls"/>
    <ds:schemaRef ds:uri="http://schemas.openxmlformats.org/package/2006/metadata/core-properties"/>
    <ds:schemaRef ds:uri="6bde16b2-0620-4858-810f-1b920fdeef80"/>
  </ds:schemaRefs>
</ds:datastoreItem>
</file>

<file path=customXml/itemProps2.xml><?xml version="1.0" encoding="utf-8"?>
<ds:datastoreItem xmlns:ds="http://schemas.openxmlformats.org/officeDocument/2006/customXml" ds:itemID="{42B016FF-AE7E-499C-92B5-F691EDCF0A93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6bde16b2-0620-4858-810f-1b920fdeef80"/>
    <ds:schemaRef ds:uri="911e9e99-66b6-4493-bc54-a9efbea5f7f5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C8BBA382-191F-44DF-B601-D57C0C830B86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233</TotalTime>
  <Words>223</Words>
  <Application>Microsoft Office PowerPoint</Application>
  <PresentationFormat>Widescreen</PresentationFormat>
  <Paragraphs>56</Paragraphs>
  <Slides>9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7" baseType="lpstr">
      <vt:lpstr>Calibri</vt:lpstr>
      <vt:lpstr>Roboto Medium</vt:lpstr>
      <vt:lpstr>Roboto</vt:lpstr>
      <vt:lpstr>Roboto SemiBold</vt:lpstr>
      <vt:lpstr>Arial</vt:lpstr>
      <vt:lpstr>Roboto Condensed</vt:lpstr>
      <vt:lpstr>Roboto Bold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viacode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Dina Vysitskaya</dc:creator>
  <cp:lastModifiedBy>Roman Yakulevich</cp:lastModifiedBy>
  <cp:revision>14</cp:revision>
  <dcterms:created xsi:type="dcterms:W3CDTF">2017-02-07T16:52:31Z</dcterms:created>
  <dcterms:modified xsi:type="dcterms:W3CDTF">2026-02-16T22:23:25Z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0x010100E1988CFF1588C24AB1D2DA4CA343F2D0</vt:lpwstr>
  </property>
  <property fmtid="{D5CDD505-2E9C-101B-9397-08002B2CF9AE}" pid="3" name="MediaServiceImageTags">
    <vt:lpwstr/>
  </property>
</Properties>
</file>