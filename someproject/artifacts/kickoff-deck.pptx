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554" r:id="rId13"/>
    <p:sldId id="901" r:id="rId39"/>
    <p:sldId id="903" r:id="rId41"/>
    <p:sldId id="902" r:id="rId40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Relationship Id="rId40" Type="http://schemas.openxmlformats.org/officeDocument/2006/relationships/slide" Target="slides/slide11.xml"/><Relationship Id="rId41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Topic: Transcription Service Testing</a:t>
            </a:r>
          </a:p>
          <a:p>
            <a:r>
              <a:t>Participants: Andrey Kerchin</a:t>
            </a:r>
          </a:p>
          <a:p/>
          <a:p>
            <a:r>
              <a:t>Key Decisions:</a:t>
            </a:r>
          </a:p>
          <a:p>
            <a:pPr lvl="1"/>
            <a:r>
              <a:t>• Meeting initiated to test transcription service effectiveness</a:t>
            </a:r>
          </a:p>
          <a:p/>
          <a:p>
            <a:r>
              <a:t>Recommendations:</a:t>
            </a:r>
          </a:p>
          <a:p>
            <a:pPr lvl="1"/>
            <a:r>
              <a:t>• Transcription service is being implemented as part of the project</a:t>
            </a:r>
          </a:p>
          <a:p>
            <a:pPr lvl="1"/>
            <a:r>
              <a:t>• Transcription results will be applied to the 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1. Test Transcription Service Effectiveness</a:t>
            </a:r>
          </a:p>
          <a:p>
            <a:pPr lvl="1"/>
            <a:r>
              <a:t>   Owner: [Not Specified] | Due Date: [Not Specified]</a:t>
            </a:r>
          </a:p>
          <a:p/>
          <a:p>
            <a:r>
              <a:t>2. Apply Transcription Results to Project</a:t>
            </a:r>
          </a:p>
          <a:p>
            <a:pPr lvl="1"/>
            <a:r>
              <a:t>   Owner: [Not Specified] | Due Date: [Not Specified]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