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svg" ContentType="image/svg+xml"/>
  <Override PartName="/ppt/media/image12.svg" ContentType="image/svg+xml"/>
  <Override PartName="/ppt/media/image14.svg" ContentType="image/svg+xml"/>
  <Override PartName="/ppt/media/image16.svg" ContentType="image/svg+xml"/>
  <Override PartName="/ppt/media/image19.svg" ContentType="image/svg+xml"/>
  <Override PartName="/ppt/media/image5.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818" r:id="rId4"/>
  </p:sldMasterIdLst>
  <p:notesMasterIdLst>
    <p:notesMasterId r:id="rId14"/>
  </p:notesMasterIdLst>
  <p:handoutMasterIdLst>
    <p:handoutMasterId r:id="rId15"/>
  </p:handoutMasterIdLst>
  <p:sldIdLst>
    <p:sldId id="517" r:id="rId5"/>
    <p:sldId id="898" r:id="rId6"/>
    <p:sldId id="867" r:id="rId7"/>
    <p:sldId id="854" r:id="rId8"/>
    <p:sldId id="900" r:id="rId9"/>
    <p:sldId id="866" r:id="rId10"/>
    <p:sldId id="858" r:id="rId11"/>
    <p:sldId id="859" r:id="rId12"/>
    <p:sldId id="901" r:id="rId43"/>
  </p:sldIdLst>
  <p:sldSz cx="12192000" cy="6858000"/>
  <p:notesSz cx="6858000" cy="9144000"/>
  <p:embeddedFontLst>
    <p:embeddedFont>
      <p:font typeface="Calibri" panose="020F0502020204030204" pitchFamily="34" charset="0"/>
      <p:regular r:id="rId16"/>
      <p:bold r:id="rId17"/>
      <p:italic r:id="rId18"/>
      <p:boldItalic r:id="rId19"/>
    </p:embeddedFont>
    <p:embeddedFont>
      <p:font typeface="Roboto Medium" panose="020B0604020202020204" charset="0"/>
      <p:regular r:id="rId20"/>
      <p:italic r:id="rId21"/>
    </p:embeddedFont>
    <p:embeddedFont>
      <p:font typeface="Roboto" panose="02000000000000000000" pitchFamily="2" charset="0"/>
      <p:regular r:id="rId22"/>
      <p:bold r:id="rId23"/>
      <p:italic r:id="rId24"/>
      <p:boldItalic r:id="rId25"/>
    </p:embeddedFont>
    <p:embeddedFont>
      <p:font typeface="Roboto SemiBold" panose="020B0604020202020204" charset="0"/>
      <p:bold r:id="rId26"/>
      <p:boldItalic r:id="rId27"/>
    </p:embeddedFont>
    <p:embeddedFont>
      <p:font typeface="Roboto Condensed" panose="02000000000000000000" pitchFamily="2" charset="0"/>
      <p:regular r:id="rId28"/>
      <p:bold r:id="rId29"/>
      <p:italic r:id="rId30"/>
      <p:boldItalic r:id="rId31"/>
    </p:embeddedFont>
    <p:embeddedFont>
      <p:font typeface="Roboto Bold" panose="020B0604020202020204" charset="0"/>
      <p:bold r:id="rId3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9014E50-F991-4DF5-A5F5-64CA37A13CA8}">
          <p14:sldIdLst>
            <p14:sldId id="517"/>
          </p14:sldIdLst>
        </p14:section>
        <p14:section name="Section Slides" id="{502D1B3B-7C01-4062-B116-1DA2EBD8360A}">
          <p14:sldIdLst>
            <p14:sldId id="898"/>
            <p14:sldId id="867"/>
            <p14:sldId id="854"/>
            <p14:sldId id="900"/>
            <p14:sldId id="866"/>
            <p14:sldId id="858"/>
            <p14:sldId id="859"/>
            <p14:sldId id="554"/>
          </p14:sldIdLst>
        </p14:section>
        <p14:section name="Appendix 1" id="{E0A971DB-1AB1-40CD-A5F1-F004523A24B7}">
          <p14:sldIdLst/>
        </p14:section>
      </p14:sectionLst>
    </p:ext>
    <p:ext uri="{EFAFB233-063F-42B5-8137-9DF3F51BA10A}">
      <p15:sldGuideLst xmlns:p15="http://schemas.microsoft.com/office/powerpoint/2012/main">
        <p15:guide id="3" orient="horz" pos="436" userDrawn="1">
          <p15:clr>
            <a:srgbClr val="A4A3A4"/>
          </p15:clr>
        </p15:guide>
        <p15:guide id="4" orient="horz" pos="3912" userDrawn="1">
          <p15:clr>
            <a:srgbClr val="A4A3A4"/>
          </p15:clr>
        </p15:guide>
        <p15:guide id="5" pos="7224" userDrawn="1">
          <p15:clr>
            <a:srgbClr val="A4A3A4"/>
          </p15:clr>
        </p15:guide>
        <p15:guide id="8" orient="horz" pos="527"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atoly Butov" initials="AB" lastIdx="1" clrIdx="0">
    <p:extLst>
      <p:ext uri="{19B8F6BF-5375-455C-9EA6-DF929625EA0E}">
        <p15:presenceInfo xmlns:p15="http://schemas.microsoft.com/office/powerpoint/2012/main" userId="Anatoly Butov"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EDEEE"/>
    <a:srgbClr val="F27242"/>
    <a:srgbClr val="F5F5FA"/>
    <a:srgbClr val="E85D3D"/>
    <a:srgbClr val="ED673F"/>
    <a:srgbClr val="E1F2FE"/>
    <a:srgbClr val="E6E6F2"/>
    <a:srgbClr val="EBEBF5"/>
    <a:srgbClr val="FFFFFF"/>
    <a:srgbClr val="20465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2DE63D5-997A-4646-A377-4702673A728D}" styleName="Светлый стиль 2 — акцент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69012ECD-51FC-41F1-AA8D-1B2483CD663E}" styleName="Светлый стиль 2 — акцент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Светлый стиль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E8034E78-7F5D-4C2E-B375-FC64B27BC917}" styleName="Темный стиль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9" d="100"/>
          <a:sy n="109" d="100"/>
        </p:scale>
        <p:origin x="636" y="102"/>
      </p:cViewPr>
      <p:guideLst>
        <p:guide orient="horz" pos="436"/>
        <p:guide orient="horz" pos="3912"/>
        <p:guide pos="7224"/>
        <p:guide orient="horz" pos="527"/>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10.xml"/><Relationship Id="rId14" Type="http://schemas.openxmlformats.org/officeDocument/2006/relationships/notesMaster" Target="notesMasters/notesMaster1.xml"/><Relationship Id="rId15" Type="http://schemas.openxmlformats.org/officeDocument/2006/relationships/handoutMaster" Target="handoutMasters/handoutMaster1.xml"/><Relationship Id="rId16" Type="http://schemas.openxmlformats.org/officeDocument/2006/relationships/font" Target="fonts/font1.fntdata"/><Relationship Id="rId17" Type="http://schemas.openxmlformats.org/officeDocument/2006/relationships/font" Target="fonts/font2.fntdata"/><Relationship Id="rId18" Type="http://schemas.openxmlformats.org/officeDocument/2006/relationships/font" Target="fonts/font3.fntdata"/><Relationship Id="rId19" Type="http://schemas.openxmlformats.org/officeDocument/2006/relationships/font" Target="fonts/font4.fntdata"/><Relationship Id="rId20" Type="http://schemas.openxmlformats.org/officeDocument/2006/relationships/font" Target="fonts/font5.fntdata"/><Relationship Id="rId21" Type="http://schemas.openxmlformats.org/officeDocument/2006/relationships/font" Target="fonts/font6.fntdata"/><Relationship Id="rId22" Type="http://schemas.openxmlformats.org/officeDocument/2006/relationships/font" Target="fonts/font7.fntdata"/><Relationship Id="rId23" Type="http://schemas.openxmlformats.org/officeDocument/2006/relationships/font" Target="fonts/font8.fntdata"/><Relationship Id="rId24" Type="http://schemas.openxmlformats.org/officeDocument/2006/relationships/font" Target="fonts/font9.fntdata"/><Relationship Id="rId25" Type="http://schemas.openxmlformats.org/officeDocument/2006/relationships/font" Target="fonts/font10.fntdata"/><Relationship Id="rId26" Type="http://schemas.openxmlformats.org/officeDocument/2006/relationships/font" Target="fonts/font11.fntdata"/><Relationship Id="rId27" Type="http://schemas.openxmlformats.org/officeDocument/2006/relationships/font" Target="fonts/font12.fntdata"/><Relationship Id="rId28" Type="http://schemas.openxmlformats.org/officeDocument/2006/relationships/font" Target="fonts/font13.fntdata"/><Relationship Id="rId29" Type="http://schemas.openxmlformats.org/officeDocument/2006/relationships/font" Target="fonts/font14.fntdata"/><Relationship Id="rId30" Type="http://schemas.openxmlformats.org/officeDocument/2006/relationships/font" Target="fonts/font15.fntdata"/><Relationship Id="rId31" Type="http://schemas.openxmlformats.org/officeDocument/2006/relationships/font" Target="fonts/font16.fntdata"/><Relationship Id="rId32" Type="http://schemas.openxmlformats.org/officeDocument/2006/relationships/font" Target="fonts/font17.fntdata"/><Relationship Id="rId33" Type="http://schemas.openxmlformats.org/officeDocument/2006/relationships/commentAuthors" Target="commentAuthors.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 Id="rId38" Type="http://schemas.microsoft.com/office/2016/11/relationships/changesInfo" Target="changesInfos/changesInfo1.xml"/><Relationship Id="rId39" Type="http://schemas.openxmlformats.org/officeDocument/2006/relationships/slide" Target="slides/slide10.xml"/><Relationship Id="rId40" Type="http://schemas.openxmlformats.org/officeDocument/2006/relationships/slide" Target="slides/slide9.xml"/><Relationship Id="rId41" Type="http://schemas.openxmlformats.org/officeDocument/2006/relationships/slide" Target="slides/slide11.xml"/><Relationship Id="rId42" Type="http://schemas.openxmlformats.org/officeDocument/2006/relationships/slide" Target="slides/slide12.xml"/><Relationship Id="rId43" Type="http://schemas.openxmlformats.org/officeDocument/2006/relationships/slide" Target="slides/slide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ctor Mushkatin" userId="477e917c-2c56-40a2-8217-2c18f48381cf" providerId="ADAL" clId="{EF01442C-DAAA-4D21-B1C0-B861AC057066}"/>
    <pc:docChg chg="undo custSel modSld">
      <pc:chgData name="Victor Mushkatin" userId="477e917c-2c56-40a2-8217-2c18f48381cf" providerId="ADAL" clId="{EF01442C-DAAA-4D21-B1C0-B861AC057066}" dt="2026-02-11T16:39:22.065" v="98" actId="1076"/>
      <pc:docMkLst>
        <pc:docMk/>
      </pc:docMkLst>
      <pc:sldChg chg="modSp mod">
        <pc:chgData name="Victor Mushkatin" userId="477e917c-2c56-40a2-8217-2c18f48381cf" providerId="ADAL" clId="{EF01442C-DAAA-4D21-B1C0-B861AC057066}" dt="2026-02-11T16:39:22.065" v="98" actId="1076"/>
        <pc:sldMkLst>
          <pc:docMk/>
          <pc:sldMk cId="3011031008" sldId="854"/>
        </pc:sldMkLst>
        <pc:spChg chg="mod">
          <ac:chgData name="Victor Mushkatin" userId="477e917c-2c56-40a2-8217-2c18f48381cf" providerId="ADAL" clId="{EF01442C-DAAA-4D21-B1C0-B861AC057066}" dt="2026-02-11T16:39:22.065" v="98" actId="1076"/>
          <ac:spMkLst>
            <pc:docMk/>
            <pc:sldMk cId="3011031008" sldId="854"/>
            <ac:spMk id="8" creationId="{E15BAB81-0FF2-CECB-3A1E-DB29A2FA86A4}"/>
          </ac:spMkLst>
        </pc:spChg>
        <pc:grpChg chg="mod">
          <ac:chgData name="Victor Mushkatin" userId="477e917c-2c56-40a2-8217-2c18f48381cf" providerId="ADAL" clId="{EF01442C-DAAA-4D21-B1C0-B861AC057066}" dt="2026-02-11T16:39:16.555" v="97" actId="1076"/>
          <ac:grpSpMkLst>
            <pc:docMk/>
            <pc:sldMk cId="3011031008" sldId="854"/>
            <ac:grpSpMk id="11" creationId="{6338987C-23B1-FE08-EBF7-78310C6EB800}"/>
          </ac:grpSpMkLst>
        </pc:grpChg>
        <pc:grpChg chg="mod">
          <ac:chgData name="Victor Mushkatin" userId="477e917c-2c56-40a2-8217-2c18f48381cf" providerId="ADAL" clId="{EF01442C-DAAA-4D21-B1C0-B861AC057066}" dt="2026-02-11T16:39:22.065" v="98" actId="1076"/>
          <ac:grpSpMkLst>
            <pc:docMk/>
            <pc:sldMk cId="3011031008" sldId="854"/>
            <ac:grpSpMk id="13" creationId="{77FEE79E-83AE-E124-29E0-55CD2904DABC}"/>
          </ac:grpSpMkLst>
        </pc:grpChg>
        <pc:picChg chg="mod">
          <ac:chgData name="Victor Mushkatin" userId="477e917c-2c56-40a2-8217-2c18f48381cf" providerId="ADAL" clId="{EF01442C-DAAA-4D21-B1C0-B861AC057066}" dt="2026-02-11T16:39:22.065" v="98" actId="1076"/>
          <ac:picMkLst>
            <pc:docMk/>
            <pc:sldMk cId="3011031008" sldId="854"/>
            <ac:picMk id="10" creationId="{FA4A7198-9DDB-037E-8A84-19E62CBB35F6}"/>
          </ac:picMkLst>
        </pc:picChg>
      </pc:sldChg>
      <pc:sldChg chg="delSp modSp mod">
        <pc:chgData name="Victor Mushkatin" userId="477e917c-2c56-40a2-8217-2c18f48381cf" providerId="ADAL" clId="{EF01442C-DAAA-4D21-B1C0-B861AC057066}" dt="2026-02-11T16:38:46.063" v="93" actId="20577"/>
        <pc:sldMkLst>
          <pc:docMk/>
          <pc:sldMk cId="2373395902" sldId="867"/>
        </pc:sldMkLst>
        <pc:spChg chg="del mod">
          <ac:chgData name="Victor Mushkatin" userId="477e917c-2c56-40a2-8217-2c18f48381cf" providerId="ADAL" clId="{EF01442C-DAAA-4D21-B1C0-B861AC057066}" dt="2026-02-11T16:38:13.821" v="78" actId="478"/>
          <ac:spMkLst>
            <pc:docMk/>
            <pc:sldMk cId="2373395902" sldId="867"/>
            <ac:spMk id="10" creationId="{162084C0-ECDD-6BD7-8BCB-56FE68CC3202}"/>
          </ac:spMkLst>
        </pc:spChg>
        <pc:spChg chg="mod">
          <ac:chgData name="Victor Mushkatin" userId="477e917c-2c56-40a2-8217-2c18f48381cf" providerId="ADAL" clId="{EF01442C-DAAA-4D21-B1C0-B861AC057066}" dt="2026-02-11T16:37:51.266" v="69" actId="1076"/>
          <ac:spMkLst>
            <pc:docMk/>
            <pc:sldMk cId="2373395902" sldId="867"/>
            <ac:spMk id="11" creationId="{22A7CD4D-0A14-C3FA-A0BC-10FE8E12CB40}"/>
          </ac:spMkLst>
        </pc:spChg>
        <pc:spChg chg="mod">
          <ac:chgData name="Victor Mushkatin" userId="477e917c-2c56-40a2-8217-2c18f48381cf" providerId="ADAL" clId="{EF01442C-DAAA-4D21-B1C0-B861AC057066}" dt="2026-02-11T16:38:27.625" v="82" actId="1076"/>
          <ac:spMkLst>
            <pc:docMk/>
            <pc:sldMk cId="2373395902" sldId="867"/>
            <ac:spMk id="32" creationId="{ACF47DC2-7697-C465-CA46-987F6D78A98B}"/>
          </ac:spMkLst>
        </pc:spChg>
        <pc:spChg chg="mod">
          <ac:chgData name="Victor Mushkatin" userId="477e917c-2c56-40a2-8217-2c18f48381cf" providerId="ADAL" clId="{EF01442C-DAAA-4D21-B1C0-B861AC057066}" dt="2026-02-11T16:38:38.106" v="91" actId="14100"/>
          <ac:spMkLst>
            <pc:docMk/>
            <pc:sldMk cId="2373395902" sldId="867"/>
            <ac:spMk id="33" creationId="{5A14188D-FA17-5B9A-E36D-CAAC34F2FCA9}"/>
          </ac:spMkLst>
        </pc:spChg>
        <pc:spChg chg="mod">
          <ac:chgData name="Victor Mushkatin" userId="477e917c-2c56-40a2-8217-2c18f48381cf" providerId="ADAL" clId="{EF01442C-DAAA-4D21-B1C0-B861AC057066}" dt="2026-02-11T16:38:46.063" v="93" actId="20577"/>
          <ac:spMkLst>
            <pc:docMk/>
            <pc:sldMk cId="2373395902" sldId="867"/>
            <ac:spMk id="44" creationId="{8BB62D15-66AB-F2B1-B552-F50AC4B29F71}"/>
          </ac:spMkLst>
        </pc:spChg>
        <pc:picChg chg="mod">
          <ac:chgData name="Victor Mushkatin" userId="477e917c-2c56-40a2-8217-2c18f48381cf" providerId="ADAL" clId="{EF01442C-DAAA-4D21-B1C0-B861AC057066}" dt="2026-02-11T16:38:16.942" v="79" actId="1076"/>
          <ac:picMkLst>
            <pc:docMk/>
            <pc:sldMk cId="2373395902" sldId="867"/>
            <ac:picMk id="2" creationId="{35C36B66-2CF7-39FF-9E49-8CF707FB1665}"/>
          </ac:picMkLst>
        </pc:picChg>
      </pc:sldChg>
      <pc:sldChg chg="modSp mod">
        <pc:chgData name="Victor Mushkatin" userId="477e917c-2c56-40a2-8217-2c18f48381cf" providerId="ADAL" clId="{EF01442C-DAAA-4D21-B1C0-B861AC057066}" dt="2026-02-11T16:33:23.558" v="1" actId="20577"/>
        <pc:sldMkLst>
          <pc:docMk/>
          <pc:sldMk cId="3973657081" sldId="898"/>
        </pc:sldMkLst>
        <pc:spChg chg="mod">
          <ac:chgData name="Victor Mushkatin" userId="477e917c-2c56-40a2-8217-2c18f48381cf" providerId="ADAL" clId="{EF01442C-DAAA-4D21-B1C0-B861AC057066}" dt="2026-02-11T16:33:23.558" v="1" actId="20577"/>
          <ac:spMkLst>
            <pc:docMk/>
            <pc:sldMk cId="3973657081" sldId="898"/>
            <ac:spMk id="3" creationId="{65288278-67FC-4726-A695-1D860AF79A54}"/>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090C266-16D3-864B-4D5A-03675076A4B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ZA"/>
          </a:p>
        </p:txBody>
      </p:sp>
      <p:sp>
        <p:nvSpPr>
          <p:cNvPr id="3" name="Date Placeholder 2">
            <a:extLst>
              <a:ext uri="{FF2B5EF4-FFF2-40B4-BE49-F238E27FC236}">
                <a16:creationId xmlns:a16="http://schemas.microsoft.com/office/drawing/2014/main" id="{95912367-A257-90AD-6BDE-B9A7BE7654A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7A773A9-CBED-44DB-90BA-A7698E049D88}" type="datetimeFigureOut">
              <a:rPr lang="en-ZA" smtClean="0"/>
              <a:t>2026/02/17</a:t>
            </a:fld>
            <a:endParaRPr lang="en-ZA"/>
          </a:p>
        </p:txBody>
      </p:sp>
      <p:sp>
        <p:nvSpPr>
          <p:cNvPr id="4" name="Footer Placeholder 3">
            <a:extLst>
              <a:ext uri="{FF2B5EF4-FFF2-40B4-BE49-F238E27FC236}">
                <a16:creationId xmlns:a16="http://schemas.microsoft.com/office/drawing/2014/main" id="{B0F309B3-5717-C050-0653-378BCF64799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ZA"/>
          </a:p>
        </p:txBody>
      </p:sp>
      <p:sp>
        <p:nvSpPr>
          <p:cNvPr id="5" name="Slide Number Placeholder 4">
            <a:extLst>
              <a:ext uri="{FF2B5EF4-FFF2-40B4-BE49-F238E27FC236}">
                <a16:creationId xmlns:a16="http://schemas.microsoft.com/office/drawing/2014/main" id="{C63591EE-DB27-FDF4-2FCC-BDCF95618BF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80C9F4E-5D06-4544-B32A-F5CF0EDEE6C5}" type="slidenum">
              <a:rPr lang="en-ZA" smtClean="0"/>
              <a:t>‹#›</a:t>
            </a:fld>
            <a:endParaRPr lang="en-ZA"/>
          </a:p>
        </p:txBody>
      </p:sp>
    </p:spTree>
    <p:extLst>
      <p:ext uri="{BB962C8B-B14F-4D97-AF65-F5344CB8AC3E}">
        <p14:creationId xmlns:p14="http://schemas.microsoft.com/office/powerpoint/2010/main" val="263105010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851DBFF-E182-4C5E-8F20-A479180A3F0E}" type="datetimeFigureOut">
              <a:rPr lang="ru-RU" smtClean="0"/>
              <a:t>17.02.2026</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2BBD861-7F7C-414F-9063-869F200A02E6}" type="slidenum">
              <a:rPr lang="ru-RU" smtClean="0"/>
              <a:t>‹#›</a:t>
            </a:fld>
            <a:endParaRPr lang="ru-RU"/>
          </a:p>
        </p:txBody>
      </p:sp>
    </p:spTree>
    <p:extLst>
      <p:ext uri="{BB962C8B-B14F-4D97-AF65-F5344CB8AC3E}">
        <p14:creationId xmlns:p14="http://schemas.microsoft.com/office/powerpoint/2010/main" val="4073831572"/>
      </p:ext>
    </p:extLst>
  </p:cSld>
  <p:clrMap bg1="lt1" tx1="dk1" bg2="lt2" tx2="dk2" accent1="accent1" accent2="accent2" accent3="accent3" accent4="accent4" accent5="accent5" accent6="accent6" hlink="hlink" folHlink="folHlink"/>
  <p:notesStyle>
    <a:lvl1pPr marL="0" algn="l" defTabSz="914286" rtl="0" eaLnBrk="1" latinLnBrk="0" hangingPunct="1">
      <a:defRPr sz="1200" kern="1200">
        <a:solidFill>
          <a:schemeClr val="tx1"/>
        </a:solidFill>
        <a:latin typeface="+mn-lt"/>
        <a:ea typeface="+mn-ea"/>
        <a:cs typeface="+mn-cs"/>
      </a:defRPr>
    </a:lvl1pPr>
    <a:lvl2pPr marL="457143" algn="l" defTabSz="914286" rtl="0" eaLnBrk="1" latinLnBrk="0" hangingPunct="1">
      <a:defRPr sz="1200" kern="1200">
        <a:solidFill>
          <a:schemeClr val="tx1"/>
        </a:solidFill>
        <a:latin typeface="+mn-lt"/>
        <a:ea typeface="+mn-ea"/>
        <a:cs typeface="+mn-cs"/>
      </a:defRPr>
    </a:lvl2pPr>
    <a:lvl3pPr marL="914286" algn="l" defTabSz="914286" rtl="0" eaLnBrk="1" latinLnBrk="0" hangingPunct="1">
      <a:defRPr sz="1200" kern="1200">
        <a:solidFill>
          <a:schemeClr val="tx1"/>
        </a:solidFill>
        <a:latin typeface="+mn-lt"/>
        <a:ea typeface="+mn-ea"/>
        <a:cs typeface="+mn-cs"/>
      </a:defRPr>
    </a:lvl3pPr>
    <a:lvl4pPr marL="1371430" algn="l" defTabSz="914286" rtl="0" eaLnBrk="1" latinLnBrk="0" hangingPunct="1">
      <a:defRPr sz="1200" kern="1200">
        <a:solidFill>
          <a:schemeClr val="tx1"/>
        </a:solidFill>
        <a:latin typeface="+mn-lt"/>
        <a:ea typeface="+mn-ea"/>
        <a:cs typeface="+mn-cs"/>
      </a:defRPr>
    </a:lvl4pPr>
    <a:lvl5pPr marL="1828573" algn="l" defTabSz="914286" rtl="0" eaLnBrk="1" latinLnBrk="0" hangingPunct="1">
      <a:defRPr sz="1200" kern="1200">
        <a:solidFill>
          <a:schemeClr val="tx1"/>
        </a:solidFill>
        <a:latin typeface="+mn-lt"/>
        <a:ea typeface="+mn-ea"/>
        <a:cs typeface="+mn-cs"/>
      </a:defRPr>
    </a:lvl5pPr>
    <a:lvl6pPr marL="2285718" algn="l" defTabSz="914286" rtl="0" eaLnBrk="1" latinLnBrk="0" hangingPunct="1">
      <a:defRPr sz="1200" kern="1200">
        <a:solidFill>
          <a:schemeClr val="tx1"/>
        </a:solidFill>
        <a:latin typeface="+mn-lt"/>
        <a:ea typeface="+mn-ea"/>
        <a:cs typeface="+mn-cs"/>
      </a:defRPr>
    </a:lvl6pPr>
    <a:lvl7pPr marL="2742858" algn="l" defTabSz="914286" rtl="0" eaLnBrk="1" latinLnBrk="0" hangingPunct="1">
      <a:defRPr sz="1200" kern="1200">
        <a:solidFill>
          <a:schemeClr val="tx1"/>
        </a:solidFill>
        <a:latin typeface="+mn-lt"/>
        <a:ea typeface="+mn-ea"/>
        <a:cs typeface="+mn-cs"/>
      </a:defRPr>
    </a:lvl7pPr>
    <a:lvl8pPr marL="3200000" algn="l" defTabSz="914286" rtl="0" eaLnBrk="1" latinLnBrk="0" hangingPunct="1">
      <a:defRPr sz="1200" kern="1200">
        <a:solidFill>
          <a:schemeClr val="tx1"/>
        </a:solidFill>
        <a:latin typeface="+mn-lt"/>
        <a:ea typeface="+mn-ea"/>
        <a:cs typeface="+mn-cs"/>
      </a:defRPr>
    </a:lvl8pPr>
    <a:lvl9pPr marL="3657143" algn="l" defTabSz="914286"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286" rtl="0" eaLnBrk="1" fontAlgn="auto" latinLnBrk="0" hangingPunct="1">
              <a:lnSpc>
                <a:spcPct val="100000"/>
              </a:lnSpc>
              <a:spcBef>
                <a:spcPts val="0"/>
              </a:spcBef>
              <a:spcAft>
                <a:spcPts val="0"/>
              </a:spcAft>
              <a:buClrTx/>
              <a:buSzTx/>
              <a:buFontTx/>
              <a:buNone/>
              <a:tabLst/>
              <a:defRPr/>
            </a:pPr>
            <a:endParaRPr lang="ru-RU"/>
          </a:p>
        </p:txBody>
      </p:sp>
      <p:sp>
        <p:nvSpPr>
          <p:cNvPr id="4" name="Номер слайда 3"/>
          <p:cNvSpPr>
            <a:spLocks noGrp="1"/>
          </p:cNvSpPr>
          <p:nvPr>
            <p:ph type="sldNum" sz="quarter" idx="10"/>
          </p:nvPr>
        </p:nvSpPr>
        <p:spPr/>
        <p:txBody>
          <a:bodyPr/>
          <a:lstStyle/>
          <a:p>
            <a:fld id="{D2BBD861-7F7C-414F-9063-869F200A02E6}" type="slidenum">
              <a:rPr lang="ru-RU" smtClean="0"/>
              <a:t>1</a:t>
            </a:fld>
            <a:endParaRPr lang="ru-RU"/>
          </a:p>
        </p:txBody>
      </p:sp>
    </p:spTree>
    <p:extLst>
      <p:ext uri="{BB962C8B-B14F-4D97-AF65-F5344CB8AC3E}">
        <p14:creationId xmlns:p14="http://schemas.microsoft.com/office/powerpoint/2010/main" val="39072609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hyperlink" Target="https://www.vboxcloud.com/"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Intro Slide">
    <p:spTree>
      <p:nvGrpSpPr>
        <p:cNvPr id="1" name=""/>
        <p:cNvGrpSpPr/>
        <p:nvPr/>
      </p:nvGrpSpPr>
      <p:grpSpPr>
        <a:xfrm>
          <a:off x="0" y="0"/>
          <a:ext cx="0" cy="0"/>
          <a:chOff x="0" y="0"/>
          <a:chExt cx="0" cy="0"/>
        </a:xfrm>
      </p:grpSpPr>
      <p:pic>
        <p:nvPicPr>
          <p:cNvPr id="19" name="Picture 18" descr="A blue and orange dots on a black background&#10;&#10;Description automatically generated with low confidence">
            <a:extLst>
              <a:ext uri="{FF2B5EF4-FFF2-40B4-BE49-F238E27FC236}">
                <a16:creationId xmlns:a16="http://schemas.microsoft.com/office/drawing/2014/main" id="{FDE02BE1-3C41-5ABC-102F-AEC056F3742A}"/>
              </a:ext>
            </a:extLst>
          </p:cNvPr>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10666" r="10945"/>
          <a:stretch/>
        </p:blipFill>
        <p:spPr>
          <a:xfrm>
            <a:off x="6971998" y="0"/>
            <a:ext cx="5220001" cy="5266943"/>
          </a:xfrm>
          <a:prstGeom prst="rect">
            <a:avLst/>
          </a:prstGeom>
        </p:spPr>
      </p:pic>
      <p:sp>
        <p:nvSpPr>
          <p:cNvPr id="20" name="Rectangle 19">
            <a:extLst>
              <a:ext uri="{FF2B5EF4-FFF2-40B4-BE49-F238E27FC236}">
                <a16:creationId xmlns:a16="http://schemas.microsoft.com/office/drawing/2014/main" id="{CD919E4F-E7DF-9AFE-BDA4-0C2EFB3BBF40}"/>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6" name="TextBox 45">
            <a:extLst>
              <a:ext uri="{FF2B5EF4-FFF2-40B4-BE49-F238E27FC236}">
                <a16:creationId xmlns:a16="http://schemas.microsoft.com/office/drawing/2014/main" id="{C7F0FD75-569F-E2A4-1780-559BA9192651}"/>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47" name="TextBox 46">
            <a:extLst>
              <a:ext uri="{FF2B5EF4-FFF2-40B4-BE49-F238E27FC236}">
                <a16:creationId xmlns:a16="http://schemas.microsoft.com/office/drawing/2014/main" id="{BC1D4732-0E92-2605-ABC1-2CAC12EA0C69}"/>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sp>
        <p:nvSpPr>
          <p:cNvPr id="61" name="Text Placeholder 59">
            <a:extLst>
              <a:ext uri="{FF2B5EF4-FFF2-40B4-BE49-F238E27FC236}">
                <a16:creationId xmlns:a16="http://schemas.microsoft.com/office/drawing/2014/main" id="{7A1E19B3-BDCC-1021-6A69-B2CE877C7D56}"/>
              </a:ext>
            </a:extLst>
          </p:cNvPr>
          <p:cNvSpPr>
            <a:spLocks noGrp="1"/>
          </p:cNvSpPr>
          <p:nvPr>
            <p:ph type="body" sz="quarter" idx="10" hasCustomPrompt="1"/>
          </p:nvPr>
        </p:nvSpPr>
        <p:spPr>
          <a:xfrm>
            <a:off x="511964" y="4179274"/>
            <a:ext cx="7429502" cy="677108"/>
          </a:xfrm>
          <a:prstGeom prst="rect">
            <a:avLst/>
          </a:prstGeom>
        </p:spPr>
        <p:txBody>
          <a:bodyPr wrap="square" lIns="0" tIns="0" rIns="0" bIns="0">
            <a:spAutoFit/>
          </a:bodyPr>
          <a:lstStyle>
            <a:lvl1pPr marL="0" indent="0">
              <a:lnSpc>
                <a:spcPct val="100000"/>
              </a:lnSpc>
              <a:spcBef>
                <a:spcPts val="0"/>
              </a:spcBef>
              <a:buNone/>
              <a:defRPr sz="4400" b="1">
                <a:solidFill>
                  <a:srgbClr val="20465F"/>
                </a:solidFill>
                <a:latin typeface="Roboto" panose="02000000000000000000" pitchFamily="2" charset="0"/>
                <a:ea typeface="Roboto"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Slide Title Goes Here</a:t>
            </a:r>
            <a:endParaRPr lang="en-ZA"/>
          </a:p>
        </p:txBody>
      </p:sp>
      <p:sp>
        <p:nvSpPr>
          <p:cNvPr id="65" name="Text Placeholder 64">
            <a:extLst>
              <a:ext uri="{FF2B5EF4-FFF2-40B4-BE49-F238E27FC236}">
                <a16:creationId xmlns:a16="http://schemas.microsoft.com/office/drawing/2014/main" id="{2D529674-CF8B-3D1C-0032-EF9B356C748E}"/>
              </a:ext>
            </a:extLst>
          </p:cNvPr>
          <p:cNvSpPr>
            <a:spLocks noGrp="1"/>
          </p:cNvSpPr>
          <p:nvPr>
            <p:ph type="body" sz="quarter" idx="11" hasCustomPrompt="1"/>
          </p:nvPr>
        </p:nvSpPr>
        <p:spPr>
          <a:xfrm>
            <a:off x="530252" y="4933942"/>
            <a:ext cx="6345065" cy="332399"/>
          </a:xfrm>
          <a:prstGeom prst="rect">
            <a:avLst/>
          </a:prstGeom>
        </p:spPr>
        <p:txBody>
          <a:bodyPr wrap="square" lIns="0" tIns="0" rIns="0" bIns="0">
            <a:spAutoFit/>
          </a:bodyPr>
          <a:lstStyle>
            <a:lvl1pPr marL="0" indent="0">
              <a:buNone/>
              <a:defRPr b="0">
                <a:solidFill>
                  <a:srgbClr val="F27242"/>
                </a:solidFill>
                <a:latin typeface="Roboto Medium" panose="02000000000000000000" pitchFamily="2" charset="0"/>
                <a:ea typeface="Roboto Medium" panose="02000000000000000000" pitchFamily="2" charset="0"/>
              </a:defRPr>
            </a:lvl1pPr>
          </a:lstStyle>
          <a:p>
            <a:pPr lvl="0"/>
            <a:r>
              <a:rPr lang="en-US"/>
              <a:t>Leader title or presenter name</a:t>
            </a:r>
            <a:endParaRPr lang="en-ZA"/>
          </a:p>
        </p:txBody>
      </p:sp>
      <p:cxnSp>
        <p:nvCxnSpPr>
          <p:cNvPr id="3" name="Straight Connector 2">
            <a:extLst>
              <a:ext uri="{FF2B5EF4-FFF2-40B4-BE49-F238E27FC236}">
                <a16:creationId xmlns:a16="http://schemas.microsoft.com/office/drawing/2014/main" id="{23587325-34F0-CDD8-9283-02BFDD5C2E4E}"/>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pic>
        <p:nvPicPr>
          <p:cNvPr id="5" name="Picture 4" descr="A logo with a light bulb and flames&#10;&#10;AI-generated content may be incorrect.">
            <a:extLst>
              <a:ext uri="{FF2B5EF4-FFF2-40B4-BE49-F238E27FC236}">
                <a16:creationId xmlns:a16="http://schemas.microsoft.com/office/drawing/2014/main" id="{3AB6E5D6-2A7B-CA04-995C-4DBE0352D52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3217" y="449565"/>
            <a:ext cx="4725059" cy="2229161"/>
          </a:xfrm>
          <a:prstGeom prst="rect">
            <a:avLst/>
          </a:prstGeom>
        </p:spPr>
      </p:pic>
    </p:spTree>
    <p:extLst>
      <p:ext uri="{BB962C8B-B14F-4D97-AF65-F5344CB8AC3E}">
        <p14:creationId xmlns:p14="http://schemas.microsoft.com/office/powerpoint/2010/main" val="42289555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Content Slide_with Eyebrow">
    <p:spTree>
      <p:nvGrpSpPr>
        <p:cNvPr id="1" name=""/>
        <p:cNvGrpSpPr/>
        <p:nvPr/>
      </p:nvGrpSpPr>
      <p:grpSpPr>
        <a:xfrm>
          <a:off x="0" y="0"/>
          <a:ext cx="0" cy="0"/>
          <a:chOff x="0" y="0"/>
          <a:chExt cx="0" cy="0"/>
        </a:xfrm>
      </p:grpSpPr>
      <p:sp>
        <p:nvSpPr>
          <p:cNvPr id="5" name="Text Placeholder 59">
            <a:extLst>
              <a:ext uri="{FF2B5EF4-FFF2-40B4-BE49-F238E27FC236}">
                <a16:creationId xmlns:a16="http://schemas.microsoft.com/office/drawing/2014/main" id="{30319606-7CD3-1474-189B-39A62054D547}"/>
              </a:ext>
            </a:extLst>
          </p:cNvPr>
          <p:cNvSpPr>
            <a:spLocks noGrp="1"/>
          </p:cNvSpPr>
          <p:nvPr>
            <p:ph type="body" sz="quarter" idx="10" hasCustomPrompt="1"/>
          </p:nvPr>
        </p:nvSpPr>
        <p:spPr>
          <a:xfrm>
            <a:off x="517980" y="764864"/>
            <a:ext cx="8735748" cy="461665"/>
          </a:xfrm>
          <a:prstGeom prst="rect">
            <a:avLst/>
          </a:prstGeom>
        </p:spPr>
        <p:txBody>
          <a:bodyPr wrap="square" lIns="0" tIns="0" rIns="0" bIns="0">
            <a:spAutoFit/>
          </a:bodyPr>
          <a:lstStyle>
            <a:lvl1pPr marL="0" indent="0">
              <a:lnSpc>
                <a:spcPct val="100000"/>
              </a:lnSpc>
              <a:spcBef>
                <a:spcPts val="0"/>
              </a:spcBef>
              <a:buNone/>
              <a:defRPr sz="3000" b="1">
                <a:solidFill>
                  <a:srgbClr val="20465F"/>
                </a:solidFill>
                <a:latin typeface="Roboto" panose="02000000000000000000" pitchFamily="2" charset="0"/>
                <a:ea typeface="Roboto"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Slide Title Goes Here</a:t>
            </a:r>
            <a:endParaRPr lang="en-ZA"/>
          </a:p>
        </p:txBody>
      </p:sp>
      <p:sp>
        <p:nvSpPr>
          <p:cNvPr id="11" name="Text Placeholder 59">
            <a:extLst>
              <a:ext uri="{FF2B5EF4-FFF2-40B4-BE49-F238E27FC236}">
                <a16:creationId xmlns:a16="http://schemas.microsoft.com/office/drawing/2014/main" id="{96CF33BC-30B4-9F02-78E5-05BF974967AA}"/>
              </a:ext>
            </a:extLst>
          </p:cNvPr>
          <p:cNvSpPr>
            <a:spLocks noGrp="1"/>
          </p:cNvSpPr>
          <p:nvPr>
            <p:ph type="body" sz="quarter" idx="11" hasCustomPrompt="1"/>
          </p:nvPr>
        </p:nvSpPr>
        <p:spPr>
          <a:xfrm>
            <a:off x="536268" y="498314"/>
            <a:ext cx="8735748" cy="246221"/>
          </a:xfrm>
          <a:prstGeom prst="rect">
            <a:avLst/>
          </a:prstGeom>
        </p:spPr>
        <p:txBody>
          <a:bodyPr wrap="square" lIns="0" tIns="0" rIns="0" bIns="0">
            <a:spAutoFit/>
          </a:bodyPr>
          <a:lstStyle>
            <a:lvl1pPr marL="0" indent="0">
              <a:lnSpc>
                <a:spcPct val="100000"/>
              </a:lnSpc>
              <a:spcBef>
                <a:spcPts val="0"/>
              </a:spcBef>
              <a:buNone/>
              <a:defRPr sz="1600" b="0" spc="30" baseline="0">
                <a:solidFill>
                  <a:srgbClr val="F27242"/>
                </a:solidFill>
                <a:latin typeface="Roboto Condensed" panose="02000000000000000000" pitchFamily="2" charset="0"/>
                <a:ea typeface="Roboto Condensed" panose="02000000000000000000" pitchFamily="2" charset="0"/>
                <a:cs typeface="Roboto Condensed"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EYEBROW TITLE GOES HERE</a:t>
            </a:r>
          </a:p>
        </p:txBody>
      </p:sp>
      <p:sp>
        <p:nvSpPr>
          <p:cNvPr id="3" name="Rectangle 2">
            <a:extLst>
              <a:ext uri="{FF2B5EF4-FFF2-40B4-BE49-F238E27FC236}">
                <a16:creationId xmlns:a16="http://schemas.microsoft.com/office/drawing/2014/main" id="{A586074C-C933-FE92-FE97-098449021A4B}"/>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7" name="TextBox 6">
            <a:extLst>
              <a:ext uri="{FF2B5EF4-FFF2-40B4-BE49-F238E27FC236}">
                <a16:creationId xmlns:a16="http://schemas.microsoft.com/office/drawing/2014/main" id="{19B28D10-433B-5DBD-D2AE-031E34AEA199}"/>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8" name="TextBox 7">
            <a:extLst>
              <a:ext uri="{FF2B5EF4-FFF2-40B4-BE49-F238E27FC236}">
                <a16:creationId xmlns:a16="http://schemas.microsoft.com/office/drawing/2014/main" id="{5BF68DD9-16A4-66A9-97C3-02D50BAE03B1}"/>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cxnSp>
        <p:nvCxnSpPr>
          <p:cNvPr id="9" name="Straight Connector 8">
            <a:extLst>
              <a:ext uri="{FF2B5EF4-FFF2-40B4-BE49-F238E27FC236}">
                <a16:creationId xmlns:a16="http://schemas.microsoft.com/office/drawing/2014/main" id="{5495C22E-C2AF-3A05-96A2-7A489EE39515}"/>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sp>
        <p:nvSpPr>
          <p:cNvPr id="2" name="Text Placeholder 10">
            <a:extLst>
              <a:ext uri="{FF2B5EF4-FFF2-40B4-BE49-F238E27FC236}">
                <a16:creationId xmlns:a16="http://schemas.microsoft.com/office/drawing/2014/main" id="{52D23826-C713-102E-47CE-BBC5409934CF}"/>
              </a:ext>
            </a:extLst>
          </p:cNvPr>
          <p:cNvSpPr>
            <a:spLocks noGrp="1"/>
          </p:cNvSpPr>
          <p:nvPr>
            <p:ph type="body" sz="quarter" idx="12" hasCustomPrompt="1"/>
          </p:nvPr>
        </p:nvSpPr>
        <p:spPr>
          <a:xfrm>
            <a:off x="703951" y="1871662"/>
            <a:ext cx="10537825" cy="3114675"/>
          </a:xfrm>
          <a:prstGeom prst="rect">
            <a:avLst/>
          </a:prstGeom>
        </p:spPr>
        <p:txBody>
          <a:bodyPr/>
          <a:lstStyle>
            <a:lvl1pPr marL="0" indent="0">
              <a:spcBef>
                <a:spcPts val="0"/>
              </a:spcBef>
              <a:spcAft>
                <a:spcPts val="0"/>
              </a:spcAft>
              <a:buNone/>
              <a:defRPr>
                <a:latin typeface="Roboto" panose="02000000000000000000" pitchFamily="2" charset="0"/>
                <a:ea typeface="Roboto" panose="02000000000000000000" pitchFamily="2" charset="0"/>
              </a:defRPr>
            </a:lvl1pPr>
          </a:lstStyle>
          <a:p>
            <a:pPr>
              <a:spcAft>
                <a:spcPts val="600"/>
              </a:spcAft>
              <a:buClr>
                <a:srgbClr val="F17042"/>
              </a:buClr>
            </a:pPr>
            <a:r>
              <a:rPr lang="en-US" sz="1800">
                <a:solidFill>
                  <a:srgbClr val="1D4159"/>
                </a:solidFill>
                <a:latin typeface="Roboto Medium" panose="02000000000000000000" pitchFamily="2" charset="0"/>
                <a:ea typeface="Roboto Medium" panose="02000000000000000000" pitchFamily="2" charset="0"/>
              </a:rPr>
              <a:t>Heading</a:t>
            </a:r>
          </a:p>
          <a:p>
            <a:pPr marL="180000" indent="-180000">
              <a:spcAft>
                <a:spcPts val="300"/>
              </a:spcAft>
              <a:buClr>
                <a:srgbClr val="F17042"/>
              </a:buClr>
              <a:buFont typeface="Arial" panose="020B0604020202020204" pitchFamily="34" charset="0"/>
              <a:buChar char="•"/>
            </a:pPr>
            <a:r>
              <a:rPr lang="en-US" sz="1600">
                <a:solidFill>
                  <a:srgbClr val="1D4159"/>
                </a:solidFill>
                <a:latin typeface="Roboto" panose="02000000000000000000" pitchFamily="2" charset="0"/>
                <a:ea typeface="Roboto" panose="02000000000000000000" pitchFamily="2" charset="0"/>
              </a:rPr>
              <a:t>Lorem ipsum dolor sit </a:t>
            </a:r>
            <a:r>
              <a:rPr lang="en-US" sz="1600" err="1">
                <a:solidFill>
                  <a:srgbClr val="1D4159"/>
                </a:solidFill>
                <a:latin typeface="Roboto" panose="02000000000000000000" pitchFamily="2" charset="0"/>
                <a:ea typeface="Roboto" panose="02000000000000000000" pitchFamily="2" charset="0"/>
              </a:rPr>
              <a:t>amet</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consectetur</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adipiscing</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elit</a:t>
            </a:r>
            <a:r>
              <a:rPr lang="en-US" sz="1600">
                <a:solidFill>
                  <a:srgbClr val="1D4159"/>
                </a:solidFill>
                <a:latin typeface="Roboto" panose="02000000000000000000" pitchFamily="2" charset="0"/>
                <a:ea typeface="Roboto" panose="02000000000000000000" pitchFamily="2" charset="0"/>
              </a:rPr>
              <a:t>.</a:t>
            </a:r>
          </a:p>
          <a:p>
            <a:pPr marL="742950" lvl="1" indent="-285750">
              <a:spcAft>
                <a:spcPts val="1800"/>
              </a:spcAft>
              <a:buClr>
                <a:srgbClr val="F17042"/>
              </a:buClr>
              <a:buFont typeface="Roboto" panose="02000000000000000000" pitchFamily="2" charset="0"/>
              <a:buChar char="―"/>
            </a:pPr>
            <a:r>
              <a:rPr lang="en-US" sz="1600">
                <a:solidFill>
                  <a:srgbClr val="1D4159"/>
                </a:solidFill>
                <a:latin typeface="Roboto" panose="02000000000000000000" pitchFamily="2" charset="0"/>
                <a:ea typeface="Roboto" panose="02000000000000000000" pitchFamily="2" charset="0"/>
              </a:rPr>
              <a:t>Lorem ipsum dolor sit </a:t>
            </a:r>
            <a:r>
              <a:rPr lang="en-US" sz="1600" err="1">
                <a:solidFill>
                  <a:srgbClr val="1D4159"/>
                </a:solidFill>
                <a:latin typeface="Roboto" panose="02000000000000000000" pitchFamily="2" charset="0"/>
                <a:ea typeface="Roboto" panose="02000000000000000000" pitchFamily="2" charset="0"/>
              </a:rPr>
              <a:t>amet</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consectetur</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adipiscing</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elit</a:t>
            </a:r>
            <a:r>
              <a:rPr lang="en-US" sz="1600">
                <a:solidFill>
                  <a:srgbClr val="1D4159"/>
                </a:solidFill>
                <a:latin typeface="Roboto" panose="02000000000000000000" pitchFamily="2" charset="0"/>
                <a:ea typeface="Roboto" panose="02000000000000000000" pitchFamily="2" charset="0"/>
              </a:rPr>
              <a:t>.</a:t>
            </a:r>
          </a:p>
          <a:p>
            <a:pPr>
              <a:spcAft>
                <a:spcPts val="600"/>
              </a:spcAft>
              <a:buClr>
                <a:srgbClr val="F17042"/>
              </a:buClr>
            </a:pPr>
            <a:r>
              <a:rPr lang="en-US" sz="1800">
                <a:solidFill>
                  <a:srgbClr val="1D4159"/>
                </a:solidFill>
                <a:latin typeface="Roboto Medium" panose="02000000000000000000" pitchFamily="2" charset="0"/>
                <a:ea typeface="Roboto Medium" panose="02000000000000000000" pitchFamily="2" charset="0"/>
              </a:rPr>
              <a:t>Heading</a:t>
            </a:r>
          </a:p>
          <a:p>
            <a:pPr marL="180000" indent="-180000">
              <a:spcAft>
                <a:spcPts val="300"/>
              </a:spcAft>
              <a:buClr>
                <a:srgbClr val="F17042"/>
              </a:buClr>
              <a:buFont typeface="Arial" panose="020B0604020202020204" pitchFamily="34" charset="0"/>
              <a:buChar char="•"/>
            </a:pPr>
            <a:r>
              <a:rPr lang="en-US" sz="1600">
                <a:solidFill>
                  <a:srgbClr val="1D4159"/>
                </a:solidFill>
                <a:latin typeface="Roboto" panose="02000000000000000000" pitchFamily="2" charset="0"/>
                <a:ea typeface="Roboto" panose="02000000000000000000" pitchFamily="2" charset="0"/>
              </a:rPr>
              <a:t>Lorem ipsum dolor sit </a:t>
            </a:r>
            <a:r>
              <a:rPr lang="en-US" sz="1600" err="1">
                <a:solidFill>
                  <a:srgbClr val="1D4159"/>
                </a:solidFill>
                <a:latin typeface="Roboto" panose="02000000000000000000" pitchFamily="2" charset="0"/>
                <a:ea typeface="Roboto" panose="02000000000000000000" pitchFamily="2" charset="0"/>
              </a:rPr>
              <a:t>amet</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consectetur</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adipiscing</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elit</a:t>
            </a:r>
            <a:r>
              <a:rPr lang="en-US" sz="1600">
                <a:solidFill>
                  <a:srgbClr val="1D4159"/>
                </a:solidFill>
                <a:latin typeface="Roboto" panose="02000000000000000000" pitchFamily="2" charset="0"/>
                <a:ea typeface="Roboto" panose="02000000000000000000" pitchFamily="2" charset="0"/>
              </a:rPr>
              <a:t>.</a:t>
            </a:r>
          </a:p>
          <a:p>
            <a:pPr marL="742950" lvl="1"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a:p>
            <a:pPr marL="1200150" lvl="2"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a:p>
            <a:pPr marL="1200150" lvl="2"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a:p>
            <a:pPr marL="1200150" lvl="2"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p:txBody>
      </p:sp>
      <p:pic>
        <p:nvPicPr>
          <p:cNvPr id="10" name="Picture 9" descr="A logo with a light bulb and flames&#10;&#10;AI-generated content may be incorrect.">
            <a:extLst>
              <a:ext uri="{FF2B5EF4-FFF2-40B4-BE49-F238E27FC236}">
                <a16:creationId xmlns:a16="http://schemas.microsoft.com/office/drawing/2014/main" id="{10EBFB20-C99A-8234-352C-754B2B7872B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98875" y="0"/>
            <a:ext cx="1837413" cy="866844"/>
          </a:xfrm>
          <a:prstGeom prst="rect">
            <a:avLst/>
          </a:prstGeom>
        </p:spPr>
      </p:pic>
    </p:spTree>
    <p:extLst>
      <p:ext uri="{BB962C8B-B14F-4D97-AF65-F5344CB8AC3E}">
        <p14:creationId xmlns:p14="http://schemas.microsoft.com/office/powerpoint/2010/main" val="59444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ertiary Section Intro">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F4B13AE-30E1-35C7-C661-6D09A794D615}"/>
              </a:ext>
            </a:extLst>
          </p:cNvPr>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 name="Text Placeholder 59">
            <a:extLst>
              <a:ext uri="{FF2B5EF4-FFF2-40B4-BE49-F238E27FC236}">
                <a16:creationId xmlns:a16="http://schemas.microsoft.com/office/drawing/2014/main" id="{0D00CAD9-51CB-3CAE-A6C7-0E0F954085F5}"/>
              </a:ext>
            </a:extLst>
          </p:cNvPr>
          <p:cNvSpPr>
            <a:spLocks noGrp="1"/>
          </p:cNvSpPr>
          <p:nvPr>
            <p:ph type="body" sz="quarter" idx="10" hasCustomPrompt="1"/>
          </p:nvPr>
        </p:nvSpPr>
        <p:spPr>
          <a:xfrm>
            <a:off x="511964" y="4179274"/>
            <a:ext cx="7429502" cy="677108"/>
          </a:xfrm>
          <a:prstGeom prst="rect">
            <a:avLst/>
          </a:prstGeom>
        </p:spPr>
        <p:txBody>
          <a:bodyPr wrap="square" lIns="0" tIns="0" rIns="0" bIns="0">
            <a:spAutoFit/>
          </a:bodyPr>
          <a:lstStyle>
            <a:lvl1pPr marL="0" indent="0">
              <a:lnSpc>
                <a:spcPct val="100000"/>
              </a:lnSpc>
              <a:spcBef>
                <a:spcPts val="0"/>
              </a:spcBef>
              <a:buNone/>
              <a:defRPr sz="4400" b="1">
                <a:solidFill>
                  <a:schemeClr val="tx2"/>
                </a:solidFill>
                <a:latin typeface="Roboto" panose="02000000000000000000" pitchFamily="2" charset="0"/>
                <a:ea typeface="Roboto"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Tertiary Section Intro</a:t>
            </a:r>
            <a:endParaRPr lang="en-ZA"/>
          </a:p>
        </p:txBody>
      </p:sp>
      <p:sp>
        <p:nvSpPr>
          <p:cNvPr id="5" name="Text Placeholder 64">
            <a:extLst>
              <a:ext uri="{FF2B5EF4-FFF2-40B4-BE49-F238E27FC236}">
                <a16:creationId xmlns:a16="http://schemas.microsoft.com/office/drawing/2014/main" id="{FDFE99F9-EB6E-5E9D-54C2-37F3B832555B}"/>
              </a:ext>
            </a:extLst>
          </p:cNvPr>
          <p:cNvSpPr>
            <a:spLocks noGrp="1"/>
          </p:cNvSpPr>
          <p:nvPr>
            <p:ph type="body" sz="quarter" idx="11" hasCustomPrompt="1"/>
          </p:nvPr>
        </p:nvSpPr>
        <p:spPr>
          <a:xfrm>
            <a:off x="530252" y="4933942"/>
            <a:ext cx="6345065" cy="387798"/>
          </a:xfrm>
          <a:prstGeom prst="rect">
            <a:avLst/>
          </a:prstGeom>
        </p:spPr>
        <p:txBody>
          <a:bodyPr wrap="square" lIns="0" tIns="0" rIns="0" bIns="0">
            <a:spAutoFit/>
          </a:bodyPr>
          <a:lstStyle>
            <a:lvl1pPr marL="0" indent="0">
              <a:buNone/>
              <a:defRPr b="0">
                <a:solidFill>
                  <a:schemeClr val="tx2"/>
                </a:solidFill>
                <a:latin typeface="Roboto Medium" panose="02000000000000000000" pitchFamily="2" charset="0"/>
                <a:ea typeface="Roboto Medium" panose="02000000000000000000" pitchFamily="2" charset="0"/>
              </a:defRPr>
            </a:lvl1pPr>
          </a:lstStyle>
          <a:p>
            <a:pPr lvl="0"/>
            <a:r>
              <a:rPr lang="en-US"/>
              <a:t>Name of expert or presenter of section</a:t>
            </a:r>
            <a:endParaRPr lang="en-ZA"/>
          </a:p>
        </p:txBody>
      </p:sp>
      <p:sp>
        <p:nvSpPr>
          <p:cNvPr id="10" name="TextBox 9">
            <a:extLst>
              <a:ext uri="{FF2B5EF4-FFF2-40B4-BE49-F238E27FC236}">
                <a16:creationId xmlns:a16="http://schemas.microsoft.com/office/drawing/2014/main" id="{B93D4F50-6DC7-9C69-6898-94AF04FF7F26}"/>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tx1"/>
                </a:solidFill>
                <a:latin typeface="Roboto" panose="02000000000000000000" pitchFamily="2" charset="0"/>
                <a:ea typeface="Roboto" panose="02000000000000000000" pitchFamily="2" charset="0"/>
              </a:rPr>
              <a:t>Litware.com</a:t>
            </a:r>
            <a:endParaRPr lang="en-ZA" sz="1400" b="1" spc="50" baseline="0" dirty="0">
              <a:solidFill>
                <a:schemeClr val="tx1"/>
              </a:solidFill>
              <a:latin typeface="Roboto" panose="02000000000000000000" pitchFamily="2" charset="0"/>
              <a:ea typeface="Roboto" panose="02000000000000000000" pitchFamily="2" charset="0"/>
            </a:endParaRPr>
          </a:p>
        </p:txBody>
      </p:sp>
      <p:sp>
        <p:nvSpPr>
          <p:cNvPr id="11" name="TextBox 10">
            <a:extLst>
              <a:ext uri="{FF2B5EF4-FFF2-40B4-BE49-F238E27FC236}">
                <a16:creationId xmlns:a16="http://schemas.microsoft.com/office/drawing/2014/main" id="{7F4B36FE-12B1-66D6-AC44-983968D37691}"/>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tx2"/>
                </a:solidFill>
                <a:latin typeface="Roboto" panose="02000000000000000000" pitchFamily="2" charset="0"/>
                <a:ea typeface="Roboto" panose="02000000000000000000" pitchFamily="2" charset="0"/>
              </a:rPr>
              <a:t>‹#›</a:t>
            </a:fld>
            <a:endParaRPr lang="en-ZA" sz="1600" b="1" spc="50" baseline="0">
              <a:solidFill>
                <a:schemeClr val="tx2"/>
              </a:solidFill>
              <a:latin typeface="Roboto" panose="02000000000000000000" pitchFamily="2" charset="0"/>
              <a:ea typeface="Roboto" panose="02000000000000000000" pitchFamily="2" charset="0"/>
            </a:endParaRPr>
          </a:p>
        </p:txBody>
      </p:sp>
      <p:cxnSp>
        <p:nvCxnSpPr>
          <p:cNvPr id="12" name="Straight Connector 11">
            <a:extLst>
              <a:ext uri="{FF2B5EF4-FFF2-40B4-BE49-F238E27FC236}">
                <a16:creationId xmlns:a16="http://schemas.microsoft.com/office/drawing/2014/main" id="{05C62490-552D-EDCA-8B0E-C4BC0B927F2D}"/>
              </a:ext>
            </a:extLst>
          </p:cNvPr>
          <p:cNvCxnSpPr>
            <a:cxnSpLocks/>
          </p:cNvCxnSpPr>
          <p:nvPr userDrawn="1"/>
        </p:nvCxnSpPr>
        <p:spPr>
          <a:xfrm>
            <a:off x="11290300" y="6529740"/>
            <a:ext cx="0" cy="191963"/>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A logo with a light bulb and flames&#10;&#10;AI-generated content may be incorrect.">
            <a:extLst>
              <a:ext uri="{FF2B5EF4-FFF2-40B4-BE49-F238E27FC236}">
                <a16:creationId xmlns:a16="http://schemas.microsoft.com/office/drawing/2014/main" id="{EF5B21BB-78B5-A42D-F4CB-F671EBE3695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98875" y="0"/>
            <a:ext cx="1837413" cy="866844"/>
          </a:xfrm>
          <a:prstGeom prst="rect">
            <a:avLst/>
          </a:prstGeom>
        </p:spPr>
      </p:pic>
    </p:spTree>
    <p:extLst>
      <p:ext uri="{BB962C8B-B14F-4D97-AF65-F5344CB8AC3E}">
        <p14:creationId xmlns:p14="http://schemas.microsoft.com/office/powerpoint/2010/main" val="39226191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1" name="Text Placeholder 59">
            <a:extLst>
              <a:ext uri="{FF2B5EF4-FFF2-40B4-BE49-F238E27FC236}">
                <a16:creationId xmlns:a16="http://schemas.microsoft.com/office/drawing/2014/main" id="{86A76248-BF5A-E59A-A4F4-6E87AE4AEA59}"/>
              </a:ext>
            </a:extLst>
          </p:cNvPr>
          <p:cNvSpPr txBox="1">
            <a:spLocks/>
          </p:cNvSpPr>
          <p:nvPr userDrawn="1"/>
        </p:nvSpPr>
        <p:spPr>
          <a:xfrm>
            <a:off x="537030" y="764864"/>
            <a:ext cx="8735748" cy="461665"/>
          </a:xfrm>
          <a:prstGeom prst="rect">
            <a:avLst/>
          </a:prstGeom>
        </p:spPr>
        <p:txBody>
          <a:bodyPr wrap="square" lIns="0" tIns="0" rIns="0" bIns="0">
            <a:spAutoFit/>
          </a:bodyPr>
          <a:lstStyle>
            <a:lvl1pPr marL="0" indent="0" algn="l" defTabSz="914400" rtl="0" eaLnBrk="1" latinLnBrk="0" hangingPunct="1">
              <a:lnSpc>
                <a:spcPct val="100000"/>
              </a:lnSpc>
              <a:spcBef>
                <a:spcPts val="0"/>
              </a:spcBef>
              <a:buClr>
                <a:schemeClr val="accent2"/>
              </a:buClr>
              <a:buFont typeface="Arial" panose="020B0604020202020204" pitchFamily="34" charset="0"/>
              <a:buNone/>
              <a:defRPr sz="3000" b="1" kern="1200">
                <a:solidFill>
                  <a:srgbClr val="20465F"/>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2pPr>
            <a:lvl3pPr marL="9144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3pPr>
            <a:lvl4pPr marL="13716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4pPr>
            <a:lvl5pPr marL="18288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Title of the Slide</a:t>
            </a:r>
            <a:endParaRPr lang="en-ZA"/>
          </a:p>
        </p:txBody>
      </p:sp>
      <p:sp>
        <p:nvSpPr>
          <p:cNvPr id="22" name="Text Placeholder 59">
            <a:extLst>
              <a:ext uri="{FF2B5EF4-FFF2-40B4-BE49-F238E27FC236}">
                <a16:creationId xmlns:a16="http://schemas.microsoft.com/office/drawing/2014/main" id="{CC839256-4BA9-97A8-6790-ACE1AE4E79FC}"/>
              </a:ext>
            </a:extLst>
          </p:cNvPr>
          <p:cNvSpPr txBox="1">
            <a:spLocks/>
          </p:cNvSpPr>
          <p:nvPr userDrawn="1"/>
        </p:nvSpPr>
        <p:spPr>
          <a:xfrm>
            <a:off x="536268" y="498314"/>
            <a:ext cx="8735748" cy="246221"/>
          </a:xfrm>
          <a:prstGeom prst="rect">
            <a:avLst/>
          </a:prstGeom>
        </p:spPr>
        <p:txBody>
          <a:bodyPr wrap="square" lIns="0" tIns="0" rIns="0" bIns="0">
            <a:spAutoFit/>
          </a:bodyPr>
          <a:lstStyle>
            <a:lvl1pPr marL="0" indent="0" algn="l" defTabSz="914400" rtl="0" eaLnBrk="1" latinLnBrk="0" hangingPunct="1">
              <a:lnSpc>
                <a:spcPct val="100000"/>
              </a:lnSpc>
              <a:spcBef>
                <a:spcPts val="0"/>
              </a:spcBef>
              <a:buClr>
                <a:schemeClr val="accent2"/>
              </a:buClr>
              <a:buFont typeface="Arial" panose="020B0604020202020204" pitchFamily="34" charset="0"/>
              <a:buNone/>
              <a:defRPr sz="1600" b="0" kern="1200" spc="30" baseline="0">
                <a:solidFill>
                  <a:srgbClr val="F27242"/>
                </a:solidFill>
                <a:latin typeface="Roboto Medium" panose="02000000000000000000" pitchFamily="2" charset="0"/>
                <a:ea typeface="Roboto Medium" panose="02000000000000000000" pitchFamily="2" charset="0"/>
                <a:cs typeface="+mn-cs"/>
              </a:defRPr>
            </a:lvl1pPr>
            <a:lvl2pPr marL="4572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2pPr>
            <a:lvl3pPr marL="9144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3pPr>
            <a:lvl4pPr marL="13716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4pPr>
            <a:lvl5pPr marL="18288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atin typeface="Roboto Condensed" panose="02000000000000000000" pitchFamily="2" charset="0"/>
                <a:ea typeface="Roboto Condensed" panose="02000000000000000000" pitchFamily="2" charset="0"/>
                <a:cs typeface="Roboto Condensed" panose="02000000000000000000" pitchFamily="2" charset="0"/>
              </a:rPr>
              <a:t>EYEBROW TITLE</a:t>
            </a:r>
          </a:p>
        </p:txBody>
      </p:sp>
      <p:sp>
        <p:nvSpPr>
          <p:cNvPr id="23" name="Rectangle: Rounded Corners 22">
            <a:extLst>
              <a:ext uri="{FF2B5EF4-FFF2-40B4-BE49-F238E27FC236}">
                <a16:creationId xmlns:a16="http://schemas.microsoft.com/office/drawing/2014/main" id="{6826A281-BA45-22FA-A5B4-B7DFCC8F4EC2}"/>
              </a:ext>
            </a:extLst>
          </p:cNvPr>
          <p:cNvSpPr/>
          <p:nvPr userDrawn="1"/>
        </p:nvSpPr>
        <p:spPr>
          <a:xfrm>
            <a:off x="1200150" y="2819399"/>
            <a:ext cx="2312362" cy="3020005"/>
          </a:xfrm>
          <a:prstGeom prst="roundRect">
            <a:avLst>
              <a:gd name="adj" fmla="val 5777"/>
            </a:avLst>
          </a:prstGeom>
          <a:solidFill>
            <a:srgbClr val="F5F5FA"/>
          </a:solidFill>
          <a:ln w="15875">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25" name="Rectangle: Rounded Corners 24">
            <a:extLst>
              <a:ext uri="{FF2B5EF4-FFF2-40B4-BE49-F238E27FC236}">
                <a16:creationId xmlns:a16="http://schemas.microsoft.com/office/drawing/2014/main" id="{CD425137-2E54-A2EE-26D8-A93931472D45}"/>
              </a:ext>
            </a:extLst>
          </p:cNvPr>
          <p:cNvSpPr/>
          <p:nvPr userDrawn="1"/>
        </p:nvSpPr>
        <p:spPr>
          <a:xfrm>
            <a:off x="3750413" y="2819399"/>
            <a:ext cx="2312362" cy="3020005"/>
          </a:xfrm>
          <a:prstGeom prst="roundRect">
            <a:avLst>
              <a:gd name="adj" fmla="val 5777"/>
            </a:avLst>
          </a:prstGeom>
          <a:solidFill>
            <a:srgbClr val="F5F5FA"/>
          </a:solidFill>
          <a:ln w="15875">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26" name="Rectangle: Rounded Corners 25">
            <a:extLst>
              <a:ext uri="{FF2B5EF4-FFF2-40B4-BE49-F238E27FC236}">
                <a16:creationId xmlns:a16="http://schemas.microsoft.com/office/drawing/2014/main" id="{35034BBE-0F7B-F10B-DC3A-0431AD2F5149}"/>
              </a:ext>
            </a:extLst>
          </p:cNvPr>
          <p:cNvSpPr/>
          <p:nvPr userDrawn="1"/>
        </p:nvSpPr>
        <p:spPr>
          <a:xfrm>
            <a:off x="6300675" y="2819399"/>
            <a:ext cx="2312362" cy="3020005"/>
          </a:xfrm>
          <a:prstGeom prst="roundRect">
            <a:avLst>
              <a:gd name="adj" fmla="val 5777"/>
            </a:avLst>
          </a:prstGeom>
          <a:solidFill>
            <a:srgbClr val="F5F5FA"/>
          </a:solidFill>
          <a:ln w="15875">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28" name="Rectangle: Rounded Corners 27">
            <a:extLst>
              <a:ext uri="{FF2B5EF4-FFF2-40B4-BE49-F238E27FC236}">
                <a16:creationId xmlns:a16="http://schemas.microsoft.com/office/drawing/2014/main" id="{2C00E9E0-613B-6CB5-4CEE-626AAB716AAC}"/>
              </a:ext>
            </a:extLst>
          </p:cNvPr>
          <p:cNvSpPr/>
          <p:nvPr userDrawn="1"/>
        </p:nvSpPr>
        <p:spPr>
          <a:xfrm>
            <a:off x="8850938" y="2819399"/>
            <a:ext cx="2312362" cy="3020005"/>
          </a:xfrm>
          <a:prstGeom prst="roundRect">
            <a:avLst>
              <a:gd name="adj" fmla="val 5777"/>
            </a:avLst>
          </a:prstGeom>
          <a:solidFill>
            <a:srgbClr val="F5F5FA"/>
          </a:solidFill>
          <a:ln w="15875">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5" name="Rectangle: Top Corners Rounded 34">
            <a:extLst>
              <a:ext uri="{FF2B5EF4-FFF2-40B4-BE49-F238E27FC236}">
                <a16:creationId xmlns:a16="http://schemas.microsoft.com/office/drawing/2014/main" id="{4D653E69-3324-CF4D-CB4D-4D1E9013CAE1}"/>
              </a:ext>
            </a:extLst>
          </p:cNvPr>
          <p:cNvSpPr/>
          <p:nvPr userDrawn="1"/>
        </p:nvSpPr>
        <p:spPr>
          <a:xfrm rot="10800000">
            <a:off x="1200149" y="5705474"/>
            <a:ext cx="2312362" cy="133929"/>
          </a:xfrm>
          <a:prstGeom prst="round2SameRect">
            <a:avLst>
              <a:gd name="adj1" fmla="val 50000"/>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6" name="Rectangle: Top Corners Rounded 35">
            <a:extLst>
              <a:ext uri="{FF2B5EF4-FFF2-40B4-BE49-F238E27FC236}">
                <a16:creationId xmlns:a16="http://schemas.microsoft.com/office/drawing/2014/main" id="{7C09F21A-8E9C-EC91-6978-D116CD8B8C9F}"/>
              </a:ext>
            </a:extLst>
          </p:cNvPr>
          <p:cNvSpPr/>
          <p:nvPr userDrawn="1"/>
        </p:nvSpPr>
        <p:spPr>
          <a:xfrm rot="10800000">
            <a:off x="3747961" y="5705474"/>
            <a:ext cx="2312362" cy="133929"/>
          </a:xfrm>
          <a:prstGeom prst="round2SameRect">
            <a:avLst>
              <a:gd name="adj1" fmla="val 50000"/>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7" name="Rectangle: Top Corners Rounded 36">
            <a:extLst>
              <a:ext uri="{FF2B5EF4-FFF2-40B4-BE49-F238E27FC236}">
                <a16:creationId xmlns:a16="http://schemas.microsoft.com/office/drawing/2014/main" id="{7E30C93A-0C8D-593C-2F48-66A032EDBAA5}"/>
              </a:ext>
            </a:extLst>
          </p:cNvPr>
          <p:cNvSpPr/>
          <p:nvPr userDrawn="1"/>
        </p:nvSpPr>
        <p:spPr>
          <a:xfrm rot="10800000">
            <a:off x="6300674" y="5705474"/>
            <a:ext cx="2312362" cy="133929"/>
          </a:xfrm>
          <a:prstGeom prst="round2SameRect">
            <a:avLst>
              <a:gd name="adj1" fmla="val 50000"/>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8" name="Rectangle: Top Corners Rounded 37">
            <a:extLst>
              <a:ext uri="{FF2B5EF4-FFF2-40B4-BE49-F238E27FC236}">
                <a16:creationId xmlns:a16="http://schemas.microsoft.com/office/drawing/2014/main" id="{4DE35A8D-DA7F-141E-6135-93C67CB6BC54}"/>
              </a:ext>
            </a:extLst>
          </p:cNvPr>
          <p:cNvSpPr/>
          <p:nvPr userDrawn="1"/>
        </p:nvSpPr>
        <p:spPr>
          <a:xfrm rot="10800000">
            <a:off x="8850935" y="5705474"/>
            <a:ext cx="2312362" cy="133929"/>
          </a:xfrm>
          <a:prstGeom prst="round2SameRect">
            <a:avLst>
              <a:gd name="adj1" fmla="val 50000"/>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9" name="Rectangle 38">
            <a:extLst>
              <a:ext uri="{FF2B5EF4-FFF2-40B4-BE49-F238E27FC236}">
                <a16:creationId xmlns:a16="http://schemas.microsoft.com/office/drawing/2014/main" id="{785C883E-4CE2-3C96-8EBB-CB6ABCAC00A6}"/>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0" name="TextBox 39">
            <a:extLst>
              <a:ext uri="{FF2B5EF4-FFF2-40B4-BE49-F238E27FC236}">
                <a16:creationId xmlns:a16="http://schemas.microsoft.com/office/drawing/2014/main" id="{D482F796-AB7F-F650-64E9-ED2302202F67}"/>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41" name="TextBox 40">
            <a:extLst>
              <a:ext uri="{FF2B5EF4-FFF2-40B4-BE49-F238E27FC236}">
                <a16:creationId xmlns:a16="http://schemas.microsoft.com/office/drawing/2014/main" id="{B6730119-D160-9413-DFCB-18FF1D73CBBD}"/>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cxnSp>
        <p:nvCxnSpPr>
          <p:cNvPr id="42" name="Straight Connector 41">
            <a:extLst>
              <a:ext uri="{FF2B5EF4-FFF2-40B4-BE49-F238E27FC236}">
                <a16:creationId xmlns:a16="http://schemas.microsoft.com/office/drawing/2014/main" id="{51E976CA-CBAB-CEBB-F598-CE8B66B48FDE}"/>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sp>
        <p:nvSpPr>
          <p:cNvPr id="50" name="Text Placeholder 49">
            <a:extLst>
              <a:ext uri="{FF2B5EF4-FFF2-40B4-BE49-F238E27FC236}">
                <a16:creationId xmlns:a16="http://schemas.microsoft.com/office/drawing/2014/main" id="{673C9FB0-8006-78BE-B3C0-36FEBEBDA3E1}"/>
              </a:ext>
            </a:extLst>
          </p:cNvPr>
          <p:cNvSpPr>
            <a:spLocks noGrp="1"/>
          </p:cNvSpPr>
          <p:nvPr>
            <p:ph type="body" sz="quarter" idx="10" hasCustomPrompt="1"/>
          </p:nvPr>
        </p:nvSpPr>
        <p:spPr>
          <a:xfrm>
            <a:off x="3927828" y="3189377"/>
            <a:ext cx="1952625" cy="2443162"/>
          </a:xfrm>
        </p:spPr>
        <p:txBody>
          <a:bodyPr/>
          <a:lstStyle>
            <a:lvl1pPr marL="0" algn="ctr">
              <a:defRPr b="1">
                <a:latin typeface="+mj-lt"/>
              </a:defRPr>
            </a:lvl1pPr>
            <a:lvl2pPr marL="0" algn="ctr">
              <a:defRPr sz="1400"/>
            </a:lvl2pPr>
            <a:lvl3pPr marL="0" algn="ctr">
              <a:defRPr/>
            </a:lvl3pPr>
            <a:lvl4pPr marL="0" algn="ctr">
              <a:defRPr/>
            </a:lvl4pPr>
            <a:lvl5pPr marL="0" algn="ctr">
              <a:defRPr/>
            </a:lvl5pPr>
          </a:lstStyle>
          <a:p>
            <a:pPr lvl="0"/>
            <a:r>
              <a:rPr lang="en-US"/>
              <a:t>Heading Two</a:t>
            </a:r>
          </a:p>
          <a:p>
            <a:pPr lvl="1"/>
            <a:r>
              <a:rPr lang="en-US"/>
              <a:t>Lorem Ipsum dolor sit </a:t>
            </a:r>
            <a:r>
              <a:rPr lang="en-US" err="1"/>
              <a:t>amet</a:t>
            </a:r>
            <a:r>
              <a:rPr lang="en-US"/>
              <a:t>, </a:t>
            </a:r>
            <a:r>
              <a:rPr lang="en-US" err="1"/>
              <a:t>conesectetur</a:t>
            </a:r>
            <a:r>
              <a:rPr lang="en-US"/>
              <a:t> </a:t>
            </a:r>
            <a:r>
              <a:rPr lang="en-US" err="1"/>
              <a:t>adipiscing</a:t>
            </a:r>
            <a:r>
              <a:rPr lang="en-US"/>
              <a:t> </a:t>
            </a:r>
            <a:r>
              <a:rPr lang="en-US" err="1"/>
              <a:t>elit</a:t>
            </a:r>
            <a:r>
              <a:rPr lang="en-US"/>
              <a:t>.</a:t>
            </a:r>
          </a:p>
          <a:p>
            <a:pPr lvl="1"/>
            <a:endParaRPr lang="en-US"/>
          </a:p>
          <a:p>
            <a:pPr lvl="2"/>
            <a:r>
              <a:rPr lang="en-US"/>
              <a:t>List Item 1</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2</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3</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4</a:t>
            </a:r>
          </a:p>
        </p:txBody>
      </p:sp>
      <p:sp>
        <p:nvSpPr>
          <p:cNvPr id="51" name="Text Placeholder 49">
            <a:extLst>
              <a:ext uri="{FF2B5EF4-FFF2-40B4-BE49-F238E27FC236}">
                <a16:creationId xmlns:a16="http://schemas.microsoft.com/office/drawing/2014/main" id="{BBA086A6-2160-CA36-B706-22D8F0D81B8B}"/>
              </a:ext>
            </a:extLst>
          </p:cNvPr>
          <p:cNvSpPr>
            <a:spLocks noGrp="1"/>
          </p:cNvSpPr>
          <p:nvPr>
            <p:ph type="body" sz="quarter" idx="11" hasCustomPrompt="1"/>
          </p:nvPr>
        </p:nvSpPr>
        <p:spPr>
          <a:xfrm>
            <a:off x="1384123" y="3189377"/>
            <a:ext cx="1952625" cy="2443162"/>
          </a:xfrm>
        </p:spPr>
        <p:txBody>
          <a:bodyPr/>
          <a:lstStyle>
            <a:lvl1pPr marL="0" algn="ctr">
              <a:defRPr b="1">
                <a:latin typeface="+mj-lt"/>
              </a:defRPr>
            </a:lvl1pPr>
            <a:lvl2pPr marL="0" algn="ctr">
              <a:defRPr sz="1400"/>
            </a:lvl2pPr>
            <a:lvl3pPr marL="0" algn="ctr">
              <a:defRPr/>
            </a:lvl3pPr>
            <a:lvl4pPr marL="0" algn="ctr">
              <a:defRPr/>
            </a:lvl4pPr>
            <a:lvl5pPr marL="0" algn="ctr">
              <a:defRPr/>
            </a:lvl5pPr>
          </a:lstStyle>
          <a:p>
            <a:pPr lvl="0"/>
            <a:r>
              <a:rPr lang="en-US"/>
              <a:t>Heading One</a:t>
            </a:r>
          </a:p>
          <a:p>
            <a:pPr lvl="1"/>
            <a:r>
              <a:rPr lang="en-US"/>
              <a:t>Lorem Ipsum dolor sit </a:t>
            </a:r>
            <a:r>
              <a:rPr lang="en-US" err="1"/>
              <a:t>amet</a:t>
            </a:r>
            <a:r>
              <a:rPr lang="en-US"/>
              <a:t>, </a:t>
            </a:r>
            <a:r>
              <a:rPr lang="en-US" err="1"/>
              <a:t>conesectetur</a:t>
            </a:r>
            <a:r>
              <a:rPr lang="en-US"/>
              <a:t> </a:t>
            </a:r>
            <a:r>
              <a:rPr lang="en-US" err="1"/>
              <a:t>adipiscing</a:t>
            </a:r>
            <a:r>
              <a:rPr lang="en-US"/>
              <a:t> </a:t>
            </a:r>
            <a:r>
              <a:rPr lang="en-US" err="1"/>
              <a:t>elit</a:t>
            </a:r>
            <a:r>
              <a:rPr lang="en-US"/>
              <a:t>.</a:t>
            </a:r>
          </a:p>
          <a:p>
            <a:pPr lvl="1"/>
            <a:endParaRPr lang="en-US"/>
          </a:p>
          <a:p>
            <a:pPr lvl="2"/>
            <a:r>
              <a:rPr lang="en-US"/>
              <a:t>List Item 1</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2</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3</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4</a:t>
            </a:r>
          </a:p>
        </p:txBody>
      </p:sp>
      <p:sp>
        <p:nvSpPr>
          <p:cNvPr id="53" name="Text Placeholder 49">
            <a:extLst>
              <a:ext uri="{FF2B5EF4-FFF2-40B4-BE49-F238E27FC236}">
                <a16:creationId xmlns:a16="http://schemas.microsoft.com/office/drawing/2014/main" id="{A337F9F5-F86A-BE29-6A33-3E040B9EB109}"/>
              </a:ext>
            </a:extLst>
          </p:cNvPr>
          <p:cNvSpPr>
            <a:spLocks noGrp="1"/>
          </p:cNvSpPr>
          <p:nvPr>
            <p:ph type="body" sz="quarter" idx="12" hasCustomPrompt="1"/>
          </p:nvPr>
        </p:nvSpPr>
        <p:spPr>
          <a:xfrm>
            <a:off x="6480542" y="3189377"/>
            <a:ext cx="1952625" cy="2443162"/>
          </a:xfrm>
        </p:spPr>
        <p:txBody>
          <a:bodyPr/>
          <a:lstStyle>
            <a:lvl1pPr marL="0" algn="ctr">
              <a:defRPr b="1">
                <a:latin typeface="+mj-lt"/>
              </a:defRPr>
            </a:lvl1pPr>
            <a:lvl2pPr marL="0" algn="ctr">
              <a:defRPr sz="1400"/>
            </a:lvl2pPr>
            <a:lvl3pPr marL="0" algn="ctr">
              <a:defRPr/>
            </a:lvl3pPr>
            <a:lvl4pPr marL="0" algn="ctr">
              <a:defRPr/>
            </a:lvl4pPr>
            <a:lvl5pPr marL="0" algn="ctr">
              <a:defRPr/>
            </a:lvl5pPr>
          </a:lstStyle>
          <a:p>
            <a:pPr lvl="0"/>
            <a:r>
              <a:rPr lang="en-US"/>
              <a:t>Heading Three</a:t>
            </a:r>
          </a:p>
          <a:p>
            <a:pPr lvl="1"/>
            <a:r>
              <a:rPr lang="en-US"/>
              <a:t>Lorem Ipsum dolor sit </a:t>
            </a:r>
            <a:r>
              <a:rPr lang="en-US" err="1"/>
              <a:t>amet</a:t>
            </a:r>
            <a:r>
              <a:rPr lang="en-US"/>
              <a:t>, </a:t>
            </a:r>
            <a:r>
              <a:rPr lang="en-US" err="1"/>
              <a:t>conesectetur</a:t>
            </a:r>
            <a:r>
              <a:rPr lang="en-US"/>
              <a:t> </a:t>
            </a:r>
            <a:r>
              <a:rPr lang="en-US" err="1"/>
              <a:t>adipiscing</a:t>
            </a:r>
            <a:r>
              <a:rPr lang="en-US"/>
              <a:t> </a:t>
            </a:r>
            <a:r>
              <a:rPr lang="en-US" err="1"/>
              <a:t>elit</a:t>
            </a:r>
            <a:r>
              <a:rPr lang="en-US"/>
              <a:t>.</a:t>
            </a:r>
          </a:p>
          <a:p>
            <a:pPr lvl="1"/>
            <a:endParaRPr lang="en-US"/>
          </a:p>
          <a:p>
            <a:pPr lvl="2"/>
            <a:r>
              <a:rPr lang="en-US"/>
              <a:t>List Item 1</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2</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3</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4</a:t>
            </a:r>
          </a:p>
        </p:txBody>
      </p:sp>
      <p:sp>
        <p:nvSpPr>
          <p:cNvPr id="54" name="Text Placeholder 49">
            <a:extLst>
              <a:ext uri="{FF2B5EF4-FFF2-40B4-BE49-F238E27FC236}">
                <a16:creationId xmlns:a16="http://schemas.microsoft.com/office/drawing/2014/main" id="{FBBC7FAF-A1B4-E8FB-05A4-91FCD2BBC9D4}"/>
              </a:ext>
            </a:extLst>
          </p:cNvPr>
          <p:cNvSpPr>
            <a:spLocks noGrp="1"/>
          </p:cNvSpPr>
          <p:nvPr>
            <p:ph type="body" sz="quarter" idx="13" hasCustomPrompt="1"/>
          </p:nvPr>
        </p:nvSpPr>
        <p:spPr>
          <a:xfrm>
            <a:off x="9030803" y="3189377"/>
            <a:ext cx="1952625" cy="2443162"/>
          </a:xfrm>
        </p:spPr>
        <p:txBody>
          <a:bodyPr/>
          <a:lstStyle>
            <a:lvl1pPr marL="0" algn="ctr">
              <a:defRPr b="1">
                <a:latin typeface="+mj-lt"/>
              </a:defRPr>
            </a:lvl1pPr>
            <a:lvl2pPr marL="0" algn="ctr">
              <a:defRPr sz="1400"/>
            </a:lvl2pPr>
            <a:lvl3pPr marL="0" algn="ctr">
              <a:defRPr/>
            </a:lvl3pPr>
            <a:lvl4pPr marL="0" algn="ctr">
              <a:defRPr/>
            </a:lvl4pPr>
            <a:lvl5pPr marL="0" algn="ctr">
              <a:defRPr/>
            </a:lvl5pPr>
          </a:lstStyle>
          <a:p>
            <a:pPr lvl="0"/>
            <a:r>
              <a:rPr lang="en-US"/>
              <a:t>Heading Four</a:t>
            </a:r>
          </a:p>
          <a:p>
            <a:pPr lvl="1"/>
            <a:r>
              <a:rPr lang="en-US"/>
              <a:t>Lorem Ipsum dolor sit </a:t>
            </a:r>
            <a:r>
              <a:rPr lang="en-US" err="1"/>
              <a:t>amet</a:t>
            </a:r>
            <a:r>
              <a:rPr lang="en-US"/>
              <a:t>, </a:t>
            </a:r>
            <a:r>
              <a:rPr lang="en-US" err="1"/>
              <a:t>conesectetur</a:t>
            </a:r>
            <a:r>
              <a:rPr lang="en-US"/>
              <a:t> </a:t>
            </a:r>
            <a:r>
              <a:rPr lang="en-US" err="1"/>
              <a:t>adipiscing</a:t>
            </a:r>
            <a:r>
              <a:rPr lang="en-US"/>
              <a:t> </a:t>
            </a:r>
            <a:r>
              <a:rPr lang="en-US" err="1"/>
              <a:t>elit</a:t>
            </a:r>
            <a:r>
              <a:rPr lang="en-US"/>
              <a:t>.</a:t>
            </a:r>
          </a:p>
          <a:p>
            <a:pPr lvl="1"/>
            <a:endParaRPr lang="en-US"/>
          </a:p>
          <a:p>
            <a:pPr lvl="2"/>
            <a:r>
              <a:rPr lang="en-US"/>
              <a:t>List Item 1</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2</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3</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4</a:t>
            </a:r>
          </a:p>
        </p:txBody>
      </p:sp>
      <p:sp>
        <p:nvSpPr>
          <p:cNvPr id="59" name="Picture Placeholder 55">
            <a:extLst>
              <a:ext uri="{FF2B5EF4-FFF2-40B4-BE49-F238E27FC236}">
                <a16:creationId xmlns:a16="http://schemas.microsoft.com/office/drawing/2014/main" id="{E1118D0D-15C8-AD87-4BF5-93D68D59C5CC}"/>
              </a:ext>
            </a:extLst>
          </p:cNvPr>
          <p:cNvSpPr>
            <a:spLocks noGrp="1"/>
          </p:cNvSpPr>
          <p:nvPr>
            <p:ph type="pic" sz="quarter" idx="16"/>
          </p:nvPr>
        </p:nvSpPr>
        <p:spPr>
          <a:xfrm>
            <a:off x="6292565" y="1676128"/>
            <a:ext cx="2315569" cy="1349626"/>
          </a:xfrm>
          <a:prstGeom prst="round2SameRect">
            <a:avLst>
              <a:gd name="adj1" fmla="val 10983"/>
              <a:gd name="adj2" fmla="val 0"/>
            </a:avLst>
          </a:prstGeom>
          <a:solidFill>
            <a:schemeClr val="tx1"/>
          </a:solidFill>
        </p:spPr>
        <p:txBody>
          <a:bodyPr/>
          <a:lstStyle/>
          <a:p>
            <a:endParaRPr lang="en-ZA"/>
          </a:p>
        </p:txBody>
      </p:sp>
      <p:sp>
        <p:nvSpPr>
          <p:cNvPr id="60" name="Picture Placeholder 55">
            <a:extLst>
              <a:ext uri="{FF2B5EF4-FFF2-40B4-BE49-F238E27FC236}">
                <a16:creationId xmlns:a16="http://schemas.microsoft.com/office/drawing/2014/main" id="{E2E55F33-D896-DDCF-0101-8DC2712BC829}"/>
              </a:ext>
            </a:extLst>
          </p:cNvPr>
          <p:cNvSpPr>
            <a:spLocks noGrp="1"/>
          </p:cNvSpPr>
          <p:nvPr>
            <p:ph type="pic" sz="quarter" idx="17"/>
          </p:nvPr>
        </p:nvSpPr>
        <p:spPr>
          <a:xfrm>
            <a:off x="8849330" y="1676128"/>
            <a:ext cx="2315569" cy="1349626"/>
          </a:xfrm>
          <a:prstGeom prst="round2SameRect">
            <a:avLst>
              <a:gd name="adj1" fmla="val 10983"/>
              <a:gd name="adj2" fmla="val 0"/>
            </a:avLst>
          </a:prstGeom>
          <a:solidFill>
            <a:schemeClr val="tx1"/>
          </a:solidFill>
        </p:spPr>
        <p:txBody>
          <a:bodyPr/>
          <a:lstStyle/>
          <a:p>
            <a:endParaRPr lang="en-ZA"/>
          </a:p>
        </p:txBody>
      </p:sp>
      <p:sp>
        <p:nvSpPr>
          <p:cNvPr id="61" name="Picture Placeholder 55">
            <a:extLst>
              <a:ext uri="{FF2B5EF4-FFF2-40B4-BE49-F238E27FC236}">
                <a16:creationId xmlns:a16="http://schemas.microsoft.com/office/drawing/2014/main" id="{B9221AD0-72C3-8769-573E-92ED2B10A6CE}"/>
              </a:ext>
            </a:extLst>
          </p:cNvPr>
          <p:cNvSpPr>
            <a:spLocks noGrp="1"/>
          </p:cNvSpPr>
          <p:nvPr>
            <p:ph type="pic" sz="quarter" idx="14"/>
          </p:nvPr>
        </p:nvSpPr>
        <p:spPr>
          <a:xfrm>
            <a:off x="1199397" y="1676128"/>
            <a:ext cx="2313115" cy="1340602"/>
          </a:xfrm>
          <a:prstGeom prst="round2SameRect">
            <a:avLst>
              <a:gd name="adj1" fmla="val 10983"/>
              <a:gd name="adj2" fmla="val 0"/>
            </a:avLst>
          </a:prstGeom>
          <a:solidFill>
            <a:schemeClr val="tx1"/>
          </a:solidFill>
        </p:spPr>
        <p:txBody>
          <a:bodyPr/>
          <a:lstStyle/>
          <a:p>
            <a:endParaRPr lang="en-ZA"/>
          </a:p>
        </p:txBody>
      </p:sp>
      <p:sp>
        <p:nvSpPr>
          <p:cNvPr id="62" name="Picture Placeholder 55">
            <a:extLst>
              <a:ext uri="{FF2B5EF4-FFF2-40B4-BE49-F238E27FC236}">
                <a16:creationId xmlns:a16="http://schemas.microsoft.com/office/drawing/2014/main" id="{AA155B6A-7FB1-3639-222C-65C142A62A2B}"/>
              </a:ext>
            </a:extLst>
          </p:cNvPr>
          <p:cNvSpPr>
            <a:spLocks noGrp="1"/>
          </p:cNvSpPr>
          <p:nvPr>
            <p:ph type="pic" sz="quarter" idx="15"/>
          </p:nvPr>
        </p:nvSpPr>
        <p:spPr>
          <a:xfrm>
            <a:off x="3755315" y="1676128"/>
            <a:ext cx="2315569" cy="1349626"/>
          </a:xfrm>
          <a:prstGeom prst="round2SameRect">
            <a:avLst>
              <a:gd name="adj1" fmla="val 10983"/>
              <a:gd name="adj2" fmla="val 0"/>
            </a:avLst>
          </a:prstGeom>
          <a:solidFill>
            <a:schemeClr val="tx1"/>
          </a:solidFill>
        </p:spPr>
        <p:txBody>
          <a:bodyPr/>
          <a:lstStyle/>
          <a:p>
            <a:endParaRPr lang="en-ZA"/>
          </a:p>
        </p:txBody>
      </p:sp>
      <p:pic>
        <p:nvPicPr>
          <p:cNvPr id="3" name="Picture 2" descr="A logo with a light bulb and flames&#10;&#10;AI-generated content may be incorrect.">
            <a:extLst>
              <a:ext uri="{FF2B5EF4-FFF2-40B4-BE49-F238E27FC236}">
                <a16:creationId xmlns:a16="http://schemas.microsoft.com/office/drawing/2014/main" id="{733F5765-F62D-5D74-AB2D-D7F02B22935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98875" y="0"/>
            <a:ext cx="1837413" cy="866844"/>
          </a:xfrm>
          <a:prstGeom prst="rect">
            <a:avLst/>
          </a:prstGeom>
        </p:spPr>
      </p:pic>
    </p:spTree>
    <p:extLst>
      <p:ext uri="{BB962C8B-B14F-4D97-AF65-F5344CB8AC3E}">
        <p14:creationId xmlns:p14="http://schemas.microsoft.com/office/powerpoint/2010/main" val="36298834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n Picture_Large Scale">
    <p:spTree>
      <p:nvGrpSpPr>
        <p:cNvPr id="1" name=""/>
        <p:cNvGrpSpPr/>
        <p:nvPr/>
      </p:nvGrpSpPr>
      <p:grpSpPr>
        <a:xfrm>
          <a:off x="0" y="0"/>
          <a:ext cx="0" cy="0"/>
          <a:chOff x="0" y="0"/>
          <a:chExt cx="0" cy="0"/>
        </a:xfrm>
      </p:grpSpPr>
      <p:sp>
        <p:nvSpPr>
          <p:cNvPr id="32" name="Picture Placeholder 31">
            <a:extLst>
              <a:ext uri="{FF2B5EF4-FFF2-40B4-BE49-F238E27FC236}">
                <a16:creationId xmlns:a16="http://schemas.microsoft.com/office/drawing/2014/main" id="{ABDB7842-293C-A131-0CC6-B27D2B7E67CE}"/>
              </a:ext>
            </a:extLst>
          </p:cNvPr>
          <p:cNvSpPr>
            <a:spLocks noGrp="1"/>
          </p:cNvSpPr>
          <p:nvPr>
            <p:ph type="pic" sz="quarter" idx="12"/>
          </p:nvPr>
        </p:nvSpPr>
        <p:spPr>
          <a:xfrm>
            <a:off x="0" y="1"/>
            <a:ext cx="12192000" cy="4219574"/>
          </a:xfrm>
          <a:prstGeom prst="rect">
            <a:avLst/>
          </a:prstGeom>
          <a:solidFill>
            <a:srgbClr val="F5F5FA"/>
          </a:solidFill>
        </p:spPr>
        <p:txBody>
          <a:bodyPr anchor="ctr" anchorCtr="0"/>
          <a:lstStyle>
            <a:lvl1pPr algn="ctr">
              <a:defRPr/>
            </a:lvl1pPr>
          </a:lstStyle>
          <a:p>
            <a:endParaRPr lang="en-ZA"/>
          </a:p>
        </p:txBody>
      </p:sp>
      <p:sp>
        <p:nvSpPr>
          <p:cNvPr id="9" name="Rectangle 8">
            <a:extLst>
              <a:ext uri="{FF2B5EF4-FFF2-40B4-BE49-F238E27FC236}">
                <a16:creationId xmlns:a16="http://schemas.microsoft.com/office/drawing/2014/main" id="{C0102C82-6941-E00A-DD82-E909EC0C4C63}"/>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10" name="TextBox 9">
            <a:extLst>
              <a:ext uri="{FF2B5EF4-FFF2-40B4-BE49-F238E27FC236}">
                <a16:creationId xmlns:a16="http://schemas.microsoft.com/office/drawing/2014/main" id="{B064D44D-9C4A-B530-0DDB-0C9CB5AB90A1}"/>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11" name="TextBox 10">
            <a:extLst>
              <a:ext uri="{FF2B5EF4-FFF2-40B4-BE49-F238E27FC236}">
                <a16:creationId xmlns:a16="http://schemas.microsoft.com/office/drawing/2014/main" id="{D8DAB71D-E065-2E0E-1132-3834EF9FA9DD}"/>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cxnSp>
        <p:nvCxnSpPr>
          <p:cNvPr id="12" name="Straight Connector 11">
            <a:extLst>
              <a:ext uri="{FF2B5EF4-FFF2-40B4-BE49-F238E27FC236}">
                <a16:creationId xmlns:a16="http://schemas.microsoft.com/office/drawing/2014/main" id="{8DC1BC3B-C546-86A2-6CD4-B20B8659C999}"/>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sp>
        <p:nvSpPr>
          <p:cNvPr id="3" name="Text Placeholder 59">
            <a:extLst>
              <a:ext uri="{FF2B5EF4-FFF2-40B4-BE49-F238E27FC236}">
                <a16:creationId xmlns:a16="http://schemas.microsoft.com/office/drawing/2014/main" id="{FD0C92F8-0847-DF01-CF46-CDC2FEE236C4}"/>
              </a:ext>
            </a:extLst>
          </p:cNvPr>
          <p:cNvSpPr>
            <a:spLocks noGrp="1"/>
          </p:cNvSpPr>
          <p:nvPr>
            <p:ph type="body" sz="quarter" idx="10" hasCustomPrompt="1"/>
          </p:nvPr>
        </p:nvSpPr>
        <p:spPr>
          <a:xfrm>
            <a:off x="517980" y="764864"/>
            <a:ext cx="8735748" cy="461665"/>
          </a:xfrm>
          <a:prstGeom prst="rect">
            <a:avLst/>
          </a:prstGeom>
        </p:spPr>
        <p:txBody>
          <a:bodyPr wrap="square" lIns="0" tIns="0" rIns="0" bIns="0">
            <a:spAutoFit/>
          </a:bodyPr>
          <a:lstStyle>
            <a:lvl1pPr marL="0" indent="0">
              <a:lnSpc>
                <a:spcPct val="100000"/>
              </a:lnSpc>
              <a:spcBef>
                <a:spcPts val="0"/>
              </a:spcBef>
              <a:buNone/>
              <a:defRPr sz="3000" b="1">
                <a:solidFill>
                  <a:srgbClr val="20465F"/>
                </a:solidFill>
                <a:latin typeface="Roboto" panose="02000000000000000000" pitchFamily="2" charset="0"/>
                <a:ea typeface="Roboto"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Slide Title Goes Here</a:t>
            </a:r>
            <a:endParaRPr lang="en-ZA"/>
          </a:p>
        </p:txBody>
      </p:sp>
      <p:sp>
        <p:nvSpPr>
          <p:cNvPr id="4" name="Text Placeholder 59">
            <a:extLst>
              <a:ext uri="{FF2B5EF4-FFF2-40B4-BE49-F238E27FC236}">
                <a16:creationId xmlns:a16="http://schemas.microsoft.com/office/drawing/2014/main" id="{C610C385-0FC6-20C2-4BE8-66513D08987D}"/>
              </a:ext>
            </a:extLst>
          </p:cNvPr>
          <p:cNvSpPr>
            <a:spLocks noGrp="1"/>
          </p:cNvSpPr>
          <p:nvPr>
            <p:ph type="body" sz="quarter" idx="11" hasCustomPrompt="1"/>
          </p:nvPr>
        </p:nvSpPr>
        <p:spPr>
          <a:xfrm>
            <a:off x="536268" y="498314"/>
            <a:ext cx="8735748" cy="246221"/>
          </a:xfrm>
          <a:prstGeom prst="rect">
            <a:avLst/>
          </a:prstGeom>
        </p:spPr>
        <p:txBody>
          <a:bodyPr wrap="square" lIns="0" tIns="0" rIns="0" bIns="0">
            <a:spAutoFit/>
          </a:bodyPr>
          <a:lstStyle>
            <a:lvl1pPr marL="0" indent="0">
              <a:lnSpc>
                <a:spcPct val="100000"/>
              </a:lnSpc>
              <a:spcBef>
                <a:spcPts val="0"/>
              </a:spcBef>
              <a:buNone/>
              <a:defRPr sz="1600" b="0" spc="30" baseline="0">
                <a:solidFill>
                  <a:srgbClr val="F27242"/>
                </a:solidFill>
                <a:latin typeface="Roboto Condensed" panose="02000000000000000000" pitchFamily="2" charset="0"/>
                <a:ea typeface="Roboto Condensed" panose="02000000000000000000" pitchFamily="2" charset="0"/>
                <a:cs typeface="Roboto Condensed"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EYEBROW TITLE GOES HERE</a:t>
            </a:r>
          </a:p>
        </p:txBody>
      </p:sp>
      <p:sp>
        <p:nvSpPr>
          <p:cNvPr id="2" name="Text Placeholder 49">
            <a:extLst>
              <a:ext uri="{FF2B5EF4-FFF2-40B4-BE49-F238E27FC236}">
                <a16:creationId xmlns:a16="http://schemas.microsoft.com/office/drawing/2014/main" id="{DCA077AE-8B68-BBC4-EF4C-D1C8C9131B12}"/>
              </a:ext>
            </a:extLst>
          </p:cNvPr>
          <p:cNvSpPr>
            <a:spLocks noGrp="1"/>
          </p:cNvSpPr>
          <p:nvPr>
            <p:ph type="body" sz="quarter" idx="13" hasCustomPrompt="1"/>
          </p:nvPr>
        </p:nvSpPr>
        <p:spPr>
          <a:xfrm>
            <a:off x="649981" y="2785520"/>
            <a:ext cx="873302" cy="673305"/>
          </a:xfrm>
        </p:spPr>
        <p:txBody>
          <a:bodyPr>
            <a:normAutofit/>
          </a:bodyPr>
          <a:lstStyle>
            <a:lvl1pPr marL="0" algn="l">
              <a:defRPr sz="44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01</a:t>
            </a:r>
          </a:p>
        </p:txBody>
      </p:sp>
      <p:sp>
        <p:nvSpPr>
          <p:cNvPr id="5" name="Text Placeholder 49">
            <a:extLst>
              <a:ext uri="{FF2B5EF4-FFF2-40B4-BE49-F238E27FC236}">
                <a16:creationId xmlns:a16="http://schemas.microsoft.com/office/drawing/2014/main" id="{08D90403-1E95-FCB9-563F-56D53F722FFF}"/>
              </a:ext>
            </a:extLst>
          </p:cNvPr>
          <p:cNvSpPr>
            <a:spLocks noGrp="1"/>
          </p:cNvSpPr>
          <p:nvPr>
            <p:ph type="body" sz="quarter" idx="14" hasCustomPrompt="1"/>
          </p:nvPr>
        </p:nvSpPr>
        <p:spPr>
          <a:xfrm>
            <a:off x="649982" y="3413105"/>
            <a:ext cx="1790700" cy="289862"/>
          </a:xfrm>
        </p:spPr>
        <p:txBody>
          <a:bodyPr>
            <a:noAutofit/>
          </a:bodyPr>
          <a:lstStyle>
            <a:lvl1pPr marL="0" algn="l">
              <a:defRPr sz="18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PLACEHOLDER</a:t>
            </a:r>
          </a:p>
        </p:txBody>
      </p:sp>
      <p:sp>
        <p:nvSpPr>
          <p:cNvPr id="6" name="Text Placeholder 49">
            <a:extLst>
              <a:ext uri="{FF2B5EF4-FFF2-40B4-BE49-F238E27FC236}">
                <a16:creationId xmlns:a16="http://schemas.microsoft.com/office/drawing/2014/main" id="{05EDB0E7-6715-BF90-B0FC-55FDE734B7D2}"/>
              </a:ext>
            </a:extLst>
          </p:cNvPr>
          <p:cNvSpPr>
            <a:spLocks noGrp="1"/>
          </p:cNvSpPr>
          <p:nvPr>
            <p:ph type="body" sz="quarter" idx="15" hasCustomPrompt="1"/>
          </p:nvPr>
        </p:nvSpPr>
        <p:spPr>
          <a:xfrm>
            <a:off x="649982" y="3817254"/>
            <a:ext cx="1790700" cy="289862"/>
          </a:xfrm>
        </p:spPr>
        <p:txBody>
          <a:bodyPr>
            <a:noAutofit/>
          </a:bodyPr>
          <a:lstStyle>
            <a:lvl1pPr marL="0" algn="l">
              <a:defRPr sz="1400" b="0">
                <a:solidFill>
                  <a:schemeClr val="bg1"/>
                </a:solidFill>
                <a:latin typeface="+mn-lt"/>
              </a:defRPr>
            </a:lvl1pPr>
            <a:lvl2pPr marL="0" algn="ctr">
              <a:defRPr sz="1400"/>
            </a:lvl2pPr>
            <a:lvl3pPr marL="0" algn="ctr">
              <a:defRPr/>
            </a:lvl3pPr>
            <a:lvl4pPr marL="0" algn="ctr">
              <a:defRPr/>
            </a:lvl4pPr>
            <a:lvl5pPr marL="0" algn="ctr">
              <a:defRPr/>
            </a:lvl5pPr>
          </a:lstStyle>
          <a:p>
            <a:pPr lvl="0"/>
            <a:r>
              <a:rPr lang="en-US"/>
              <a:t>Eyebrow here</a:t>
            </a:r>
          </a:p>
        </p:txBody>
      </p:sp>
      <p:sp>
        <p:nvSpPr>
          <p:cNvPr id="7" name="Text Placeholder 49">
            <a:extLst>
              <a:ext uri="{FF2B5EF4-FFF2-40B4-BE49-F238E27FC236}">
                <a16:creationId xmlns:a16="http://schemas.microsoft.com/office/drawing/2014/main" id="{1BABCD11-31E4-CBD4-2A8A-DB0AE4F2E914}"/>
              </a:ext>
            </a:extLst>
          </p:cNvPr>
          <p:cNvSpPr>
            <a:spLocks noGrp="1"/>
          </p:cNvSpPr>
          <p:nvPr>
            <p:ph type="body" sz="quarter" idx="16" hasCustomPrompt="1"/>
          </p:nvPr>
        </p:nvSpPr>
        <p:spPr>
          <a:xfrm>
            <a:off x="649981" y="4455020"/>
            <a:ext cx="1877558" cy="1384838"/>
          </a:xfrm>
        </p:spPr>
        <p:txBody>
          <a:bodyPr>
            <a:noAutofit/>
          </a:bodyPr>
          <a:lstStyle>
            <a:lvl1pPr marL="0" algn="l">
              <a:lnSpc>
                <a:spcPct val="100000"/>
              </a:lnSpc>
              <a:defRPr sz="1200" b="0">
                <a:solidFill>
                  <a:schemeClr val="tx1"/>
                </a:solidFill>
                <a:latin typeface="+mn-lt"/>
              </a:defRPr>
            </a:lvl1pPr>
            <a:lvl2pPr marL="0" algn="ctr">
              <a:defRPr sz="1400"/>
            </a:lvl2pPr>
            <a:lvl3pPr marL="0" algn="ctr">
              <a:defRPr/>
            </a:lvl3pPr>
            <a:lvl4pPr marL="0" algn="ctr">
              <a:defRPr/>
            </a:lvl4pPr>
            <a:lvl5pPr marL="0" algn="ctr">
              <a:defRPr/>
            </a:lvl5pPr>
          </a:lstStyle>
          <a:p>
            <a:pPr lvl="0"/>
            <a:r>
              <a:rPr lang="en-US" err="1"/>
              <a:t>Curabitur</a:t>
            </a:r>
            <a:r>
              <a:rPr lang="en-US"/>
              <a:t> vitae ex </a:t>
            </a:r>
            <a:r>
              <a:rPr lang="en-US" err="1"/>
              <a:t>ut</a:t>
            </a:r>
            <a:r>
              <a:rPr lang="en-US"/>
              <a:t> </a:t>
            </a:r>
            <a:r>
              <a:rPr lang="en-US" err="1"/>
              <a:t>leo</a:t>
            </a:r>
            <a:r>
              <a:rPr lang="en-US"/>
              <a:t> </a:t>
            </a:r>
            <a:r>
              <a:rPr lang="en-US" err="1"/>
              <a:t>consectetur</a:t>
            </a:r>
            <a:r>
              <a:rPr lang="en-US"/>
              <a:t> cursus. Vestibulum ante ipsum </a:t>
            </a:r>
            <a:r>
              <a:rPr lang="en-US" err="1"/>
              <a:t>primis</a:t>
            </a:r>
            <a:r>
              <a:rPr lang="en-US"/>
              <a:t> in </a:t>
            </a:r>
            <a:r>
              <a:rPr lang="en-US" err="1"/>
              <a:t>faucibus</a:t>
            </a:r>
            <a:r>
              <a:rPr lang="en-US"/>
              <a:t> </a:t>
            </a:r>
            <a:r>
              <a:rPr lang="en-US" err="1"/>
              <a:t>orci</a:t>
            </a:r>
            <a:r>
              <a:rPr lang="en-US"/>
              <a:t> </a:t>
            </a:r>
            <a:r>
              <a:rPr lang="en-US" err="1"/>
              <a:t>luctus</a:t>
            </a:r>
            <a:r>
              <a:rPr lang="en-US"/>
              <a:t> et </a:t>
            </a:r>
            <a:r>
              <a:rPr lang="en-US" err="1"/>
              <a:t>ultrices</a:t>
            </a:r>
            <a:r>
              <a:rPr lang="en-US"/>
              <a:t> </a:t>
            </a:r>
            <a:r>
              <a:rPr lang="en-US" err="1"/>
              <a:t>posuere</a:t>
            </a:r>
            <a:r>
              <a:rPr lang="en-US"/>
              <a:t> </a:t>
            </a:r>
            <a:r>
              <a:rPr lang="en-US" err="1"/>
              <a:t>cubilia</a:t>
            </a:r>
            <a:r>
              <a:rPr lang="en-US"/>
              <a:t> curae; </a:t>
            </a:r>
            <a:r>
              <a:rPr lang="en-US" err="1"/>
              <a:t>Nullam</a:t>
            </a:r>
            <a:r>
              <a:rPr lang="en-US"/>
              <a:t> non.</a:t>
            </a:r>
          </a:p>
        </p:txBody>
      </p:sp>
      <p:sp>
        <p:nvSpPr>
          <p:cNvPr id="15" name="Text Placeholder 49">
            <a:extLst>
              <a:ext uri="{FF2B5EF4-FFF2-40B4-BE49-F238E27FC236}">
                <a16:creationId xmlns:a16="http://schemas.microsoft.com/office/drawing/2014/main" id="{65D8261F-27E0-F6C7-F626-93BDCE116376}"/>
              </a:ext>
            </a:extLst>
          </p:cNvPr>
          <p:cNvSpPr>
            <a:spLocks noGrp="1"/>
          </p:cNvSpPr>
          <p:nvPr>
            <p:ph type="body" sz="quarter" idx="17" hasCustomPrompt="1"/>
          </p:nvPr>
        </p:nvSpPr>
        <p:spPr>
          <a:xfrm>
            <a:off x="2921431" y="2785520"/>
            <a:ext cx="873302" cy="673305"/>
          </a:xfrm>
        </p:spPr>
        <p:txBody>
          <a:bodyPr>
            <a:normAutofit/>
          </a:bodyPr>
          <a:lstStyle>
            <a:lvl1pPr marL="0" algn="l">
              <a:defRPr sz="44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02</a:t>
            </a:r>
          </a:p>
        </p:txBody>
      </p:sp>
      <p:sp>
        <p:nvSpPr>
          <p:cNvPr id="16" name="Text Placeholder 49">
            <a:extLst>
              <a:ext uri="{FF2B5EF4-FFF2-40B4-BE49-F238E27FC236}">
                <a16:creationId xmlns:a16="http://schemas.microsoft.com/office/drawing/2014/main" id="{64A38A8C-1002-D068-8802-8754ECEF6E10}"/>
              </a:ext>
            </a:extLst>
          </p:cNvPr>
          <p:cNvSpPr>
            <a:spLocks noGrp="1"/>
          </p:cNvSpPr>
          <p:nvPr>
            <p:ph type="body" sz="quarter" idx="18" hasCustomPrompt="1"/>
          </p:nvPr>
        </p:nvSpPr>
        <p:spPr>
          <a:xfrm>
            <a:off x="2921432" y="3413105"/>
            <a:ext cx="1790700" cy="289862"/>
          </a:xfrm>
        </p:spPr>
        <p:txBody>
          <a:bodyPr>
            <a:noAutofit/>
          </a:bodyPr>
          <a:lstStyle>
            <a:lvl1pPr marL="0" algn="l">
              <a:defRPr sz="18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PLACEHOLDER</a:t>
            </a:r>
          </a:p>
        </p:txBody>
      </p:sp>
      <p:sp>
        <p:nvSpPr>
          <p:cNvPr id="17" name="Text Placeholder 49">
            <a:extLst>
              <a:ext uri="{FF2B5EF4-FFF2-40B4-BE49-F238E27FC236}">
                <a16:creationId xmlns:a16="http://schemas.microsoft.com/office/drawing/2014/main" id="{52795CAE-B18F-E202-B136-1047E7F81A6E}"/>
              </a:ext>
            </a:extLst>
          </p:cNvPr>
          <p:cNvSpPr>
            <a:spLocks noGrp="1"/>
          </p:cNvSpPr>
          <p:nvPr>
            <p:ph type="body" sz="quarter" idx="19" hasCustomPrompt="1"/>
          </p:nvPr>
        </p:nvSpPr>
        <p:spPr>
          <a:xfrm>
            <a:off x="2921432" y="3817254"/>
            <a:ext cx="1790700" cy="289862"/>
          </a:xfrm>
        </p:spPr>
        <p:txBody>
          <a:bodyPr>
            <a:noAutofit/>
          </a:bodyPr>
          <a:lstStyle>
            <a:lvl1pPr marL="0" algn="l">
              <a:defRPr sz="1400" b="0">
                <a:solidFill>
                  <a:schemeClr val="bg1"/>
                </a:solidFill>
                <a:latin typeface="+mn-lt"/>
              </a:defRPr>
            </a:lvl1pPr>
            <a:lvl2pPr marL="0" algn="ctr">
              <a:defRPr sz="1400"/>
            </a:lvl2pPr>
            <a:lvl3pPr marL="0" algn="ctr">
              <a:defRPr/>
            </a:lvl3pPr>
            <a:lvl4pPr marL="0" algn="ctr">
              <a:defRPr/>
            </a:lvl4pPr>
            <a:lvl5pPr marL="0" algn="ctr">
              <a:defRPr/>
            </a:lvl5pPr>
          </a:lstStyle>
          <a:p>
            <a:pPr lvl="0"/>
            <a:r>
              <a:rPr lang="en-US"/>
              <a:t>Eyebrow here</a:t>
            </a:r>
          </a:p>
        </p:txBody>
      </p:sp>
      <p:sp>
        <p:nvSpPr>
          <p:cNvPr id="18" name="Text Placeholder 49">
            <a:extLst>
              <a:ext uri="{FF2B5EF4-FFF2-40B4-BE49-F238E27FC236}">
                <a16:creationId xmlns:a16="http://schemas.microsoft.com/office/drawing/2014/main" id="{0A4E827D-E0F2-DA07-2FF1-F02B1308DD74}"/>
              </a:ext>
            </a:extLst>
          </p:cNvPr>
          <p:cNvSpPr>
            <a:spLocks noGrp="1"/>
          </p:cNvSpPr>
          <p:nvPr>
            <p:ph type="body" sz="quarter" idx="20" hasCustomPrompt="1"/>
          </p:nvPr>
        </p:nvSpPr>
        <p:spPr>
          <a:xfrm>
            <a:off x="2921431" y="4455020"/>
            <a:ext cx="1877558" cy="1384838"/>
          </a:xfrm>
        </p:spPr>
        <p:txBody>
          <a:bodyPr>
            <a:noAutofit/>
          </a:bodyPr>
          <a:lstStyle>
            <a:lvl1pPr marL="0" algn="l">
              <a:lnSpc>
                <a:spcPct val="100000"/>
              </a:lnSpc>
              <a:defRPr sz="1200" b="0">
                <a:solidFill>
                  <a:schemeClr val="tx1"/>
                </a:solidFill>
                <a:latin typeface="+mn-lt"/>
              </a:defRPr>
            </a:lvl1pPr>
            <a:lvl2pPr marL="0" algn="ctr">
              <a:defRPr sz="1400"/>
            </a:lvl2pPr>
            <a:lvl3pPr marL="0" algn="ctr">
              <a:defRPr/>
            </a:lvl3pPr>
            <a:lvl4pPr marL="0" algn="ctr">
              <a:defRPr/>
            </a:lvl4pPr>
            <a:lvl5pPr marL="0" algn="ctr">
              <a:defRPr/>
            </a:lvl5pPr>
          </a:lstStyle>
          <a:p>
            <a:pPr lvl="0"/>
            <a:r>
              <a:rPr lang="en-US" err="1"/>
              <a:t>Curabitur</a:t>
            </a:r>
            <a:r>
              <a:rPr lang="en-US"/>
              <a:t> vitae ex </a:t>
            </a:r>
            <a:r>
              <a:rPr lang="en-US" err="1"/>
              <a:t>ut</a:t>
            </a:r>
            <a:r>
              <a:rPr lang="en-US"/>
              <a:t> </a:t>
            </a:r>
            <a:r>
              <a:rPr lang="en-US" err="1"/>
              <a:t>leo</a:t>
            </a:r>
            <a:r>
              <a:rPr lang="en-US"/>
              <a:t> </a:t>
            </a:r>
            <a:r>
              <a:rPr lang="en-US" err="1"/>
              <a:t>consectetur</a:t>
            </a:r>
            <a:r>
              <a:rPr lang="en-US"/>
              <a:t> cursus. Vestibulum ante ipsum </a:t>
            </a:r>
            <a:r>
              <a:rPr lang="en-US" err="1"/>
              <a:t>primis</a:t>
            </a:r>
            <a:r>
              <a:rPr lang="en-US"/>
              <a:t> in </a:t>
            </a:r>
            <a:r>
              <a:rPr lang="en-US" err="1"/>
              <a:t>faucibus</a:t>
            </a:r>
            <a:r>
              <a:rPr lang="en-US"/>
              <a:t> </a:t>
            </a:r>
            <a:r>
              <a:rPr lang="en-US" err="1"/>
              <a:t>orci</a:t>
            </a:r>
            <a:r>
              <a:rPr lang="en-US"/>
              <a:t> </a:t>
            </a:r>
            <a:r>
              <a:rPr lang="en-US" err="1"/>
              <a:t>luctus</a:t>
            </a:r>
            <a:r>
              <a:rPr lang="en-US"/>
              <a:t> et </a:t>
            </a:r>
            <a:r>
              <a:rPr lang="en-US" err="1"/>
              <a:t>ultrices</a:t>
            </a:r>
            <a:r>
              <a:rPr lang="en-US"/>
              <a:t> </a:t>
            </a:r>
            <a:r>
              <a:rPr lang="en-US" err="1"/>
              <a:t>posuere</a:t>
            </a:r>
            <a:r>
              <a:rPr lang="en-US"/>
              <a:t> </a:t>
            </a:r>
            <a:r>
              <a:rPr lang="en-US" err="1"/>
              <a:t>cubilia</a:t>
            </a:r>
            <a:r>
              <a:rPr lang="en-US"/>
              <a:t> curae; </a:t>
            </a:r>
            <a:r>
              <a:rPr lang="en-US" err="1"/>
              <a:t>Nullam</a:t>
            </a:r>
            <a:r>
              <a:rPr lang="en-US"/>
              <a:t> non.</a:t>
            </a:r>
          </a:p>
        </p:txBody>
      </p:sp>
      <p:cxnSp>
        <p:nvCxnSpPr>
          <p:cNvPr id="19" name="Straight Connector 18">
            <a:extLst>
              <a:ext uri="{FF2B5EF4-FFF2-40B4-BE49-F238E27FC236}">
                <a16:creationId xmlns:a16="http://schemas.microsoft.com/office/drawing/2014/main" id="{2C02C215-9D34-3F4B-EF6C-4BC5AEE4AB45}"/>
              </a:ext>
            </a:extLst>
          </p:cNvPr>
          <p:cNvCxnSpPr>
            <a:cxnSpLocks/>
          </p:cNvCxnSpPr>
          <p:nvPr userDrawn="1"/>
        </p:nvCxnSpPr>
        <p:spPr>
          <a:xfrm flipV="1">
            <a:off x="4930112" y="2727960"/>
            <a:ext cx="0" cy="154686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21" name="Text Placeholder 49">
            <a:extLst>
              <a:ext uri="{FF2B5EF4-FFF2-40B4-BE49-F238E27FC236}">
                <a16:creationId xmlns:a16="http://schemas.microsoft.com/office/drawing/2014/main" id="{8195B917-4EB9-5DAD-C576-1320BEE8F317}"/>
              </a:ext>
            </a:extLst>
          </p:cNvPr>
          <p:cNvSpPr>
            <a:spLocks noGrp="1"/>
          </p:cNvSpPr>
          <p:nvPr>
            <p:ph type="body" sz="quarter" idx="21" hasCustomPrompt="1"/>
          </p:nvPr>
        </p:nvSpPr>
        <p:spPr>
          <a:xfrm>
            <a:off x="5192881" y="2785520"/>
            <a:ext cx="873302" cy="673305"/>
          </a:xfrm>
        </p:spPr>
        <p:txBody>
          <a:bodyPr>
            <a:normAutofit/>
          </a:bodyPr>
          <a:lstStyle>
            <a:lvl1pPr marL="0" algn="l">
              <a:defRPr sz="44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03</a:t>
            </a:r>
          </a:p>
        </p:txBody>
      </p:sp>
      <p:sp>
        <p:nvSpPr>
          <p:cNvPr id="22" name="Text Placeholder 49">
            <a:extLst>
              <a:ext uri="{FF2B5EF4-FFF2-40B4-BE49-F238E27FC236}">
                <a16:creationId xmlns:a16="http://schemas.microsoft.com/office/drawing/2014/main" id="{DE0D69DC-63FD-4E35-AE1A-55EFBB78880A}"/>
              </a:ext>
            </a:extLst>
          </p:cNvPr>
          <p:cNvSpPr>
            <a:spLocks noGrp="1"/>
          </p:cNvSpPr>
          <p:nvPr>
            <p:ph type="body" sz="quarter" idx="22" hasCustomPrompt="1"/>
          </p:nvPr>
        </p:nvSpPr>
        <p:spPr>
          <a:xfrm>
            <a:off x="5192882" y="3413105"/>
            <a:ext cx="1790700" cy="289862"/>
          </a:xfrm>
        </p:spPr>
        <p:txBody>
          <a:bodyPr>
            <a:noAutofit/>
          </a:bodyPr>
          <a:lstStyle>
            <a:lvl1pPr marL="0" algn="l">
              <a:defRPr sz="18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PLACEHOLDER</a:t>
            </a:r>
          </a:p>
        </p:txBody>
      </p:sp>
      <p:sp>
        <p:nvSpPr>
          <p:cNvPr id="23" name="Text Placeholder 49">
            <a:extLst>
              <a:ext uri="{FF2B5EF4-FFF2-40B4-BE49-F238E27FC236}">
                <a16:creationId xmlns:a16="http://schemas.microsoft.com/office/drawing/2014/main" id="{8EC247BB-B7C7-93E2-31F4-963AC0D0A998}"/>
              </a:ext>
            </a:extLst>
          </p:cNvPr>
          <p:cNvSpPr>
            <a:spLocks noGrp="1"/>
          </p:cNvSpPr>
          <p:nvPr>
            <p:ph type="body" sz="quarter" idx="23" hasCustomPrompt="1"/>
          </p:nvPr>
        </p:nvSpPr>
        <p:spPr>
          <a:xfrm>
            <a:off x="5192882" y="3817254"/>
            <a:ext cx="1790700" cy="289862"/>
          </a:xfrm>
        </p:spPr>
        <p:txBody>
          <a:bodyPr>
            <a:noAutofit/>
          </a:bodyPr>
          <a:lstStyle>
            <a:lvl1pPr marL="0" algn="l">
              <a:defRPr sz="1400" b="0">
                <a:solidFill>
                  <a:schemeClr val="bg1"/>
                </a:solidFill>
                <a:latin typeface="+mn-lt"/>
              </a:defRPr>
            </a:lvl1pPr>
            <a:lvl2pPr marL="0" algn="ctr">
              <a:defRPr sz="1400"/>
            </a:lvl2pPr>
            <a:lvl3pPr marL="0" algn="ctr">
              <a:defRPr/>
            </a:lvl3pPr>
            <a:lvl4pPr marL="0" algn="ctr">
              <a:defRPr/>
            </a:lvl4pPr>
            <a:lvl5pPr marL="0" algn="ctr">
              <a:defRPr/>
            </a:lvl5pPr>
          </a:lstStyle>
          <a:p>
            <a:pPr lvl="0"/>
            <a:r>
              <a:rPr lang="en-US"/>
              <a:t>Eyebrow here</a:t>
            </a:r>
          </a:p>
        </p:txBody>
      </p:sp>
      <p:sp>
        <p:nvSpPr>
          <p:cNvPr id="24" name="Text Placeholder 49">
            <a:extLst>
              <a:ext uri="{FF2B5EF4-FFF2-40B4-BE49-F238E27FC236}">
                <a16:creationId xmlns:a16="http://schemas.microsoft.com/office/drawing/2014/main" id="{0CCCFE89-54D7-590E-F0F2-C449334B4EDE}"/>
              </a:ext>
            </a:extLst>
          </p:cNvPr>
          <p:cNvSpPr>
            <a:spLocks noGrp="1"/>
          </p:cNvSpPr>
          <p:nvPr>
            <p:ph type="body" sz="quarter" idx="24" hasCustomPrompt="1"/>
          </p:nvPr>
        </p:nvSpPr>
        <p:spPr>
          <a:xfrm>
            <a:off x="5192881" y="4455020"/>
            <a:ext cx="1877558" cy="1384838"/>
          </a:xfrm>
        </p:spPr>
        <p:txBody>
          <a:bodyPr>
            <a:noAutofit/>
          </a:bodyPr>
          <a:lstStyle>
            <a:lvl1pPr marL="0" algn="l">
              <a:lnSpc>
                <a:spcPct val="100000"/>
              </a:lnSpc>
              <a:defRPr sz="1200" b="0">
                <a:solidFill>
                  <a:schemeClr val="tx1"/>
                </a:solidFill>
                <a:latin typeface="+mn-lt"/>
              </a:defRPr>
            </a:lvl1pPr>
            <a:lvl2pPr marL="0" algn="ctr">
              <a:defRPr sz="1400"/>
            </a:lvl2pPr>
            <a:lvl3pPr marL="0" algn="ctr">
              <a:defRPr/>
            </a:lvl3pPr>
            <a:lvl4pPr marL="0" algn="ctr">
              <a:defRPr/>
            </a:lvl4pPr>
            <a:lvl5pPr marL="0" algn="ctr">
              <a:defRPr/>
            </a:lvl5pPr>
          </a:lstStyle>
          <a:p>
            <a:pPr lvl="0"/>
            <a:r>
              <a:rPr lang="en-US" err="1"/>
              <a:t>Curabitur</a:t>
            </a:r>
            <a:r>
              <a:rPr lang="en-US"/>
              <a:t> vitae ex </a:t>
            </a:r>
            <a:r>
              <a:rPr lang="en-US" err="1"/>
              <a:t>ut</a:t>
            </a:r>
            <a:r>
              <a:rPr lang="en-US"/>
              <a:t> </a:t>
            </a:r>
            <a:r>
              <a:rPr lang="en-US" err="1"/>
              <a:t>leo</a:t>
            </a:r>
            <a:r>
              <a:rPr lang="en-US"/>
              <a:t> </a:t>
            </a:r>
            <a:r>
              <a:rPr lang="en-US" err="1"/>
              <a:t>consectetur</a:t>
            </a:r>
            <a:r>
              <a:rPr lang="en-US"/>
              <a:t> cursus. Vestibulum ante ipsum </a:t>
            </a:r>
            <a:r>
              <a:rPr lang="en-US" err="1"/>
              <a:t>primis</a:t>
            </a:r>
            <a:r>
              <a:rPr lang="en-US"/>
              <a:t> in </a:t>
            </a:r>
            <a:r>
              <a:rPr lang="en-US" err="1"/>
              <a:t>faucibus</a:t>
            </a:r>
            <a:r>
              <a:rPr lang="en-US"/>
              <a:t> </a:t>
            </a:r>
            <a:r>
              <a:rPr lang="en-US" err="1"/>
              <a:t>orci</a:t>
            </a:r>
            <a:r>
              <a:rPr lang="en-US"/>
              <a:t> </a:t>
            </a:r>
            <a:r>
              <a:rPr lang="en-US" err="1"/>
              <a:t>luctus</a:t>
            </a:r>
            <a:r>
              <a:rPr lang="en-US"/>
              <a:t> et </a:t>
            </a:r>
            <a:r>
              <a:rPr lang="en-US" err="1"/>
              <a:t>ultrices</a:t>
            </a:r>
            <a:r>
              <a:rPr lang="en-US"/>
              <a:t> </a:t>
            </a:r>
            <a:r>
              <a:rPr lang="en-US" err="1"/>
              <a:t>posuere</a:t>
            </a:r>
            <a:r>
              <a:rPr lang="en-US"/>
              <a:t> </a:t>
            </a:r>
            <a:r>
              <a:rPr lang="en-US" err="1"/>
              <a:t>cubilia</a:t>
            </a:r>
            <a:r>
              <a:rPr lang="en-US"/>
              <a:t> curae; </a:t>
            </a:r>
            <a:r>
              <a:rPr lang="en-US" err="1"/>
              <a:t>Nullam</a:t>
            </a:r>
            <a:r>
              <a:rPr lang="en-US"/>
              <a:t> non.</a:t>
            </a:r>
          </a:p>
        </p:txBody>
      </p:sp>
      <p:sp>
        <p:nvSpPr>
          <p:cNvPr id="26" name="Text Placeholder 49">
            <a:extLst>
              <a:ext uri="{FF2B5EF4-FFF2-40B4-BE49-F238E27FC236}">
                <a16:creationId xmlns:a16="http://schemas.microsoft.com/office/drawing/2014/main" id="{0F5DE53E-B105-2370-32BE-DB917D9E70D9}"/>
              </a:ext>
            </a:extLst>
          </p:cNvPr>
          <p:cNvSpPr>
            <a:spLocks noGrp="1"/>
          </p:cNvSpPr>
          <p:nvPr>
            <p:ph type="body" sz="quarter" idx="25" hasCustomPrompt="1"/>
          </p:nvPr>
        </p:nvSpPr>
        <p:spPr>
          <a:xfrm>
            <a:off x="7463640" y="2785520"/>
            <a:ext cx="873302" cy="673305"/>
          </a:xfrm>
        </p:spPr>
        <p:txBody>
          <a:bodyPr>
            <a:normAutofit/>
          </a:bodyPr>
          <a:lstStyle>
            <a:lvl1pPr marL="0" algn="l">
              <a:defRPr sz="44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04</a:t>
            </a:r>
          </a:p>
        </p:txBody>
      </p:sp>
      <p:sp>
        <p:nvSpPr>
          <p:cNvPr id="27" name="Text Placeholder 49">
            <a:extLst>
              <a:ext uri="{FF2B5EF4-FFF2-40B4-BE49-F238E27FC236}">
                <a16:creationId xmlns:a16="http://schemas.microsoft.com/office/drawing/2014/main" id="{3C4D3FE9-49A0-B66E-9342-3A16459C67A4}"/>
              </a:ext>
            </a:extLst>
          </p:cNvPr>
          <p:cNvSpPr>
            <a:spLocks noGrp="1"/>
          </p:cNvSpPr>
          <p:nvPr>
            <p:ph type="body" sz="quarter" idx="26" hasCustomPrompt="1"/>
          </p:nvPr>
        </p:nvSpPr>
        <p:spPr>
          <a:xfrm>
            <a:off x="7463641" y="3413105"/>
            <a:ext cx="1790700" cy="289862"/>
          </a:xfrm>
        </p:spPr>
        <p:txBody>
          <a:bodyPr>
            <a:noAutofit/>
          </a:bodyPr>
          <a:lstStyle>
            <a:lvl1pPr marL="0" algn="l">
              <a:defRPr sz="18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PLACEHOLDER</a:t>
            </a:r>
          </a:p>
        </p:txBody>
      </p:sp>
      <p:sp>
        <p:nvSpPr>
          <p:cNvPr id="28" name="Text Placeholder 49">
            <a:extLst>
              <a:ext uri="{FF2B5EF4-FFF2-40B4-BE49-F238E27FC236}">
                <a16:creationId xmlns:a16="http://schemas.microsoft.com/office/drawing/2014/main" id="{A2E9F97D-5D02-5525-65B0-B836D2C69D5C}"/>
              </a:ext>
            </a:extLst>
          </p:cNvPr>
          <p:cNvSpPr>
            <a:spLocks noGrp="1"/>
          </p:cNvSpPr>
          <p:nvPr>
            <p:ph type="body" sz="quarter" idx="27" hasCustomPrompt="1"/>
          </p:nvPr>
        </p:nvSpPr>
        <p:spPr>
          <a:xfrm>
            <a:off x="7463641" y="3817254"/>
            <a:ext cx="1790700" cy="289862"/>
          </a:xfrm>
        </p:spPr>
        <p:txBody>
          <a:bodyPr>
            <a:noAutofit/>
          </a:bodyPr>
          <a:lstStyle>
            <a:lvl1pPr marL="0" algn="l">
              <a:defRPr sz="1400" b="0">
                <a:solidFill>
                  <a:schemeClr val="bg1"/>
                </a:solidFill>
                <a:latin typeface="+mn-lt"/>
              </a:defRPr>
            </a:lvl1pPr>
            <a:lvl2pPr marL="0" algn="ctr">
              <a:defRPr sz="1400"/>
            </a:lvl2pPr>
            <a:lvl3pPr marL="0" algn="ctr">
              <a:defRPr/>
            </a:lvl3pPr>
            <a:lvl4pPr marL="0" algn="ctr">
              <a:defRPr/>
            </a:lvl4pPr>
            <a:lvl5pPr marL="0" algn="ctr">
              <a:defRPr/>
            </a:lvl5pPr>
          </a:lstStyle>
          <a:p>
            <a:pPr lvl="0"/>
            <a:r>
              <a:rPr lang="en-US"/>
              <a:t>Eyebrow here</a:t>
            </a:r>
          </a:p>
        </p:txBody>
      </p:sp>
      <p:sp>
        <p:nvSpPr>
          <p:cNvPr id="29" name="Text Placeholder 49">
            <a:extLst>
              <a:ext uri="{FF2B5EF4-FFF2-40B4-BE49-F238E27FC236}">
                <a16:creationId xmlns:a16="http://schemas.microsoft.com/office/drawing/2014/main" id="{B6CB197B-6011-F26A-DBFE-7C9CA6BC27FD}"/>
              </a:ext>
            </a:extLst>
          </p:cNvPr>
          <p:cNvSpPr>
            <a:spLocks noGrp="1"/>
          </p:cNvSpPr>
          <p:nvPr>
            <p:ph type="body" sz="quarter" idx="28" hasCustomPrompt="1"/>
          </p:nvPr>
        </p:nvSpPr>
        <p:spPr>
          <a:xfrm>
            <a:off x="7463640" y="4455020"/>
            <a:ext cx="1877558" cy="1384838"/>
          </a:xfrm>
        </p:spPr>
        <p:txBody>
          <a:bodyPr>
            <a:noAutofit/>
          </a:bodyPr>
          <a:lstStyle>
            <a:lvl1pPr marL="0" algn="l">
              <a:lnSpc>
                <a:spcPct val="100000"/>
              </a:lnSpc>
              <a:defRPr sz="1200" b="0">
                <a:solidFill>
                  <a:schemeClr val="tx1"/>
                </a:solidFill>
                <a:latin typeface="+mn-lt"/>
              </a:defRPr>
            </a:lvl1pPr>
            <a:lvl2pPr marL="0" algn="ctr">
              <a:defRPr sz="1400"/>
            </a:lvl2pPr>
            <a:lvl3pPr marL="0" algn="ctr">
              <a:defRPr/>
            </a:lvl3pPr>
            <a:lvl4pPr marL="0" algn="ctr">
              <a:defRPr/>
            </a:lvl4pPr>
            <a:lvl5pPr marL="0" algn="ctr">
              <a:defRPr/>
            </a:lvl5pPr>
          </a:lstStyle>
          <a:p>
            <a:pPr lvl="0"/>
            <a:r>
              <a:rPr lang="en-US" err="1"/>
              <a:t>Curabitur</a:t>
            </a:r>
            <a:r>
              <a:rPr lang="en-US"/>
              <a:t> vitae ex </a:t>
            </a:r>
            <a:r>
              <a:rPr lang="en-US" err="1"/>
              <a:t>ut</a:t>
            </a:r>
            <a:r>
              <a:rPr lang="en-US"/>
              <a:t> </a:t>
            </a:r>
            <a:r>
              <a:rPr lang="en-US" err="1"/>
              <a:t>leo</a:t>
            </a:r>
            <a:r>
              <a:rPr lang="en-US"/>
              <a:t> </a:t>
            </a:r>
            <a:r>
              <a:rPr lang="en-US" err="1"/>
              <a:t>consectetur</a:t>
            </a:r>
            <a:r>
              <a:rPr lang="en-US"/>
              <a:t> cursus. Vestibulum ante ipsum </a:t>
            </a:r>
            <a:r>
              <a:rPr lang="en-US" err="1"/>
              <a:t>primis</a:t>
            </a:r>
            <a:r>
              <a:rPr lang="en-US"/>
              <a:t> in </a:t>
            </a:r>
            <a:r>
              <a:rPr lang="en-US" err="1"/>
              <a:t>faucibus</a:t>
            </a:r>
            <a:r>
              <a:rPr lang="en-US"/>
              <a:t> </a:t>
            </a:r>
            <a:r>
              <a:rPr lang="en-US" err="1"/>
              <a:t>orci</a:t>
            </a:r>
            <a:r>
              <a:rPr lang="en-US"/>
              <a:t> </a:t>
            </a:r>
            <a:r>
              <a:rPr lang="en-US" err="1"/>
              <a:t>luctus</a:t>
            </a:r>
            <a:r>
              <a:rPr lang="en-US"/>
              <a:t> et </a:t>
            </a:r>
            <a:r>
              <a:rPr lang="en-US" err="1"/>
              <a:t>ultrices</a:t>
            </a:r>
            <a:r>
              <a:rPr lang="en-US"/>
              <a:t> </a:t>
            </a:r>
            <a:r>
              <a:rPr lang="en-US" err="1"/>
              <a:t>posuere</a:t>
            </a:r>
            <a:r>
              <a:rPr lang="en-US"/>
              <a:t> </a:t>
            </a:r>
            <a:r>
              <a:rPr lang="en-US" err="1"/>
              <a:t>cubilia</a:t>
            </a:r>
            <a:r>
              <a:rPr lang="en-US"/>
              <a:t> curae; </a:t>
            </a:r>
            <a:r>
              <a:rPr lang="en-US" err="1"/>
              <a:t>Nullam</a:t>
            </a:r>
            <a:r>
              <a:rPr lang="en-US"/>
              <a:t> non.</a:t>
            </a:r>
          </a:p>
        </p:txBody>
      </p:sp>
      <p:sp>
        <p:nvSpPr>
          <p:cNvPr id="33" name="Text Placeholder 49">
            <a:extLst>
              <a:ext uri="{FF2B5EF4-FFF2-40B4-BE49-F238E27FC236}">
                <a16:creationId xmlns:a16="http://schemas.microsoft.com/office/drawing/2014/main" id="{2689F669-7FD9-C9A9-2599-7C82219920DA}"/>
              </a:ext>
            </a:extLst>
          </p:cNvPr>
          <p:cNvSpPr>
            <a:spLocks noGrp="1"/>
          </p:cNvSpPr>
          <p:nvPr>
            <p:ph type="body" sz="quarter" idx="29" hasCustomPrompt="1"/>
          </p:nvPr>
        </p:nvSpPr>
        <p:spPr>
          <a:xfrm>
            <a:off x="9690302" y="2785520"/>
            <a:ext cx="873302" cy="673305"/>
          </a:xfrm>
        </p:spPr>
        <p:txBody>
          <a:bodyPr>
            <a:normAutofit/>
          </a:bodyPr>
          <a:lstStyle>
            <a:lvl1pPr marL="0" algn="l">
              <a:defRPr sz="44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05</a:t>
            </a:r>
          </a:p>
        </p:txBody>
      </p:sp>
      <p:sp>
        <p:nvSpPr>
          <p:cNvPr id="34" name="Text Placeholder 49">
            <a:extLst>
              <a:ext uri="{FF2B5EF4-FFF2-40B4-BE49-F238E27FC236}">
                <a16:creationId xmlns:a16="http://schemas.microsoft.com/office/drawing/2014/main" id="{FE6968B5-3C21-0E6F-A28A-D811F114741F}"/>
              </a:ext>
            </a:extLst>
          </p:cNvPr>
          <p:cNvSpPr>
            <a:spLocks noGrp="1"/>
          </p:cNvSpPr>
          <p:nvPr>
            <p:ph type="body" sz="quarter" idx="30" hasCustomPrompt="1"/>
          </p:nvPr>
        </p:nvSpPr>
        <p:spPr>
          <a:xfrm>
            <a:off x="9690303" y="3413105"/>
            <a:ext cx="1790700" cy="289862"/>
          </a:xfrm>
        </p:spPr>
        <p:txBody>
          <a:bodyPr>
            <a:noAutofit/>
          </a:bodyPr>
          <a:lstStyle>
            <a:lvl1pPr marL="0" algn="l">
              <a:defRPr sz="18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PLACEHOLDER</a:t>
            </a:r>
          </a:p>
        </p:txBody>
      </p:sp>
      <p:sp>
        <p:nvSpPr>
          <p:cNvPr id="35" name="Text Placeholder 49">
            <a:extLst>
              <a:ext uri="{FF2B5EF4-FFF2-40B4-BE49-F238E27FC236}">
                <a16:creationId xmlns:a16="http://schemas.microsoft.com/office/drawing/2014/main" id="{F578F78E-5B45-FBC0-80DC-1F2DC668A5DE}"/>
              </a:ext>
            </a:extLst>
          </p:cNvPr>
          <p:cNvSpPr>
            <a:spLocks noGrp="1"/>
          </p:cNvSpPr>
          <p:nvPr>
            <p:ph type="body" sz="quarter" idx="31" hasCustomPrompt="1"/>
          </p:nvPr>
        </p:nvSpPr>
        <p:spPr>
          <a:xfrm>
            <a:off x="9690303" y="3817254"/>
            <a:ext cx="1790700" cy="289862"/>
          </a:xfrm>
        </p:spPr>
        <p:txBody>
          <a:bodyPr>
            <a:noAutofit/>
          </a:bodyPr>
          <a:lstStyle>
            <a:lvl1pPr marL="0" algn="l">
              <a:defRPr sz="1400" b="0">
                <a:solidFill>
                  <a:schemeClr val="bg1"/>
                </a:solidFill>
                <a:latin typeface="+mn-lt"/>
              </a:defRPr>
            </a:lvl1pPr>
            <a:lvl2pPr marL="0" algn="ctr">
              <a:defRPr sz="1400"/>
            </a:lvl2pPr>
            <a:lvl3pPr marL="0" algn="ctr">
              <a:defRPr/>
            </a:lvl3pPr>
            <a:lvl4pPr marL="0" algn="ctr">
              <a:defRPr/>
            </a:lvl4pPr>
            <a:lvl5pPr marL="0" algn="ctr">
              <a:defRPr/>
            </a:lvl5pPr>
          </a:lstStyle>
          <a:p>
            <a:pPr lvl="0"/>
            <a:r>
              <a:rPr lang="en-US"/>
              <a:t>Eyebrow here</a:t>
            </a:r>
          </a:p>
        </p:txBody>
      </p:sp>
      <p:sp>
        <p:nvSpPr>
          <p:cNvPr id="36" name="Text Placeholder 49">
            <a:extLst>
              <a:ext uri="{FF2B5EF4-FFF2-40B4-BE49-F238E27FC236}">
                <a16:creationId xmlns:a16="http://schemas.microsoft.com/office/drawing/2014/main" id="{4F698BD3-C982-3B80-25DA-75455225B362}"/>
              </a:ext>
            </a:extLst>
          </p:cNvPr>
          <p:cNvSpPr>
            <a:spLocks noGrp="1"/>
          </p:cNvSpPr>
          <p:nvPr>
            <p:ph type="body" sz="quarter" idx="32" hasCustomPrompt="1"/>
          </p:nvPr>
        </p:nvSpPr>
        <p:spPr>
          <a:xfrm>
            <a:off x="9690302" y="4455020"/>
            <a:ext cx="1877558" cy="1384838"/>
          </a:xfrm>
        </p:spPr>
        <p:txBody>
          <a:bodyPr>
            <a:noAutofit/>
          </a:bodyPr>
          <a:lstStyle>
            <a:lvl1pPr marL="0" algn="l">
              <a:lnSpc>
                <a:spcPct val="100000"/>
              </a:lnSpc>
              <a:defRPr sz="1200" b="0">
                <a:solidFill>
                  <a:schemeClr val="tx1"/>
                </a:solidFill>
                <a:latin typeface="+mn-lt"/>
              </a:defRPr>
            </a:lvl1pPr>
            <a:lvl2pPr marL="0" algn="ctr">
              <a:defRPr sz="1400"/>
            </a:lvl2pPr>
            <a:lvl3pPr marL="0" algn="ctr">
              <a:defRPr/>
            </a:lvl3pPr>
            <a:lvl4pPr marL="0" algn="ctr">
              <a:defRPr/>
            </a:lvl4pPr>
            <a:lvl5pPr marL="0" algn="ctr">
              <a:defRPr/>
            </a:lvl5pPr>
          </a:lstStyle>
          <a:p>
            <a:pPr lvl="0"/>
            <a:r>
              <a:rPr lang="en-US" err="1"/>
              <a:t>Curabitur</a:t>
            </a:r>
            <a:r>
              <a:rPr lang="en-US"/>
              <a:t> vitae ex </a:t>
            </a:r>
            <a:r>
              <a:rPr lang="en-US" err="1"/>
              <a:t>ut</a:t>
            </a:r>
            <a:r>
              <a:rPr lang="en-US"/>
              <a:t> </a:t>
            </a:r>
            <a:r>
              <a:rPr lang="en-US" err="1"/>
              <a:t>leo</a:t>
            </a:r>
            <a:r>
              <a:rPr lang="en-US"/>
              <a:t> </a:t>
            </a:r>
            <a:r>
              <a:rPr lang="en-US" err="1"/>
              <a:t>consectetur</a:t>
            </a:r>
            <a:r>
              <a:rPr lang="en-US"/>
              <a:t> cursus. Vestibulum ante ipsum </a:t>
            </a:r>
            <a:r>
              <a:rPr lang="en-US" err="1"/>
              <a:t>primis</a:t>
            </a:r>
            <a:r>
              <a:rPr lang="en-US"/>
              <a:t> in </a:t>
            </a:r>
            <a:r>
              <a:rPr lang="en-US" err="1"/>
              <a:t>faucibus</a:t>
            </a:r>
            <a:r>
              <a:rPr lang="en-US"/>
              <a:t> </a:t>
            </a:r>
            <a:r>
              <a:rPr lang="en-US" err="1"/>
              <a:t>orci</a:t>
            </a:r>
            <a:r>
              <a:rPr lang="en-US"/>
              <a:t> </a:t>
            </a:r>
            <a:r>
              <a:rPr lang="en-US" err="1"/>
              <a:t>luctus</a:t>
            </a:r>
            <a:r>
              <a:rPr lang="en-US"/>
              <a:t> et </a:t>
            </a:r>
            <a:r>
              <a:rPr lang="en-US" err="1"/>
              <a:t>ultrices</a:t>
            </a:r>
            <a:r>
              <a:rPr lang="en-US"/>
              <a:t> </a:t>
            </a:r>
            <a:r>
              <a:rPr lang="en-US" err="1"/>
              <a:t>posuere</a:t>
            </a:r>
            <a:r>
              <a:rPr lang="en-US"/>
              <a:t> </a:t>
            </a:r>
            <a:r>
              <a:rPr lang="en-US" err="1"/>
              <a:t>cubilia</a:t>
            </a:r>
            <a:r>
              <a:rPr lang="en-US"/>
              <a:t> curae; </a:t>
            </a:r>
            <a:r>
              <a:rPr lang="en-US" err="1"/>
              <a:t>Nullam</a:t>
            </a:r>
            <a:r>
              <a:rPr lang="en-US"/>
              <a:t> non.</a:t>
            </a:r>
          </a:p>
        </p:txBody>
      </p:sp>
      <p:pic>
        <p:nvPicPr>
          <p:cNvPr id="13" name="Picture 12" descr="A logo with a light bulb and flames&#10;&#10;AI-generated content may be incorrect.">
            <a:extLst>
              <a:ext uri="{FF2B5EF4-FFF2-40B4-BE49-F238E27FC236}">
                <a16:creationId xmlns:a16="http://schemas.microsoft.com/office/drawing/2014/main" id="{A812C701-6E29-F57B-375F-46A9082B85D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98875" y="0"/>
            <a:ext cx="1837413" cy="866844"/>
          </a:xfrm>
          <a:prstGeom prst="rect">
            <a:avLst/>
          </a:prstGeom>
        </p:spPr>
      </p:pic>
    </p:spTree>
    <p:extLst>
      <p:ext uri="{BB962C8B-B14F-4D97-AF65-F5344CB8AC3E}">
        <p14:creationId xmlns:p14="http://schemas.microsoft.com/office/powerpoint/2010/main" val="35342802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 Slide_No Eyebrow">
    <p:spTree>
      <p:nvGrpSpPr>
        <p:cNvPr id="1" name=""/>
        <p:cNvGrpSpPr/>
        <p:nvPr/>
      </p:nvGrpSpPr>
      <p:grpSpPr>
        <a:xfrm>
          <a:off x="0" y="0"/>
          <a:ext cx="0" cy="0"/>
          <a:chOff x="0" y="0"/>
          <a:chExt cx="0" cy="0"/>
        </a:xfrm>
      </p:grpSpPr>
      <p:sp>
        <p:nvSpPr>
          <p:cNvPr id="19" name="Text Placeholder 59">
            <a:extLst>
              <a:ext uri="{FF2B5EF4-FFF2-40B4-BE49-F238E27FC236}">
                <a16:creationId xmlns:a16="http://schemas.microsoft.com/office/drawing/2014/main" id="{31473982-E5B2-69E0-A0FD-C91F21EEC0B8}"/>
              </a:ext>
            </a:extLst>
          </p:cNvPr>
          <p:cNvSpPr>
            <a:spLocks noGrp="1"/>
          </p:cNvSpPr>
          <p:nvPr>
            <p:ph type="body" sz="quarter" idx="11" hasCustomPrompt="1"/>
          </p:nvPr>
        </p:nvSpPr>
        <p:spPr>
          <a:xfrm>
            <a:off x="531315" y="509029"/>
            <a:ext cx="4774110" cy="492443"/>
          </a:xfrm>
          <a:prstGeom prst="rect">
            <a:avLst/>
          </a:prstGeom>
        </p:spPr>
        <p:txBody>
          <a:bodyPr wrap="square" lIns="0" tIns="0" rIns="0" bIns="0">
            <a:spAutoFit/>
          </a:bodyPr>
          <a:lstStyle>
            <a:lvl1pPr marL="0" indent="0">
              <a:lnSpc>
                <a:spcPct val="100000"/>
              </a:lnSpc>
              <a:spcBef>
                <a:spcPts val="0"/>
              </a:spcBef>
              <a:buNone/>
              <a:defRPr sz="3200" b="1">
                <a:solidFill>
                  <a:srgbClr val="20465F"/>
                </a:solidFill>
                <a:latin typeface="Roboto" panose="02000000000000000000" pitchFamily="2" charset="0"/>
                <a:ea typeface="Roboto"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Slide Title No Eyebrow</a:t>
            </a:r>
            <a:endParaRPr lang="en-ZA"/>
          </a:p>
        </p:txBody>
      </p:sp>
      <p:sp>
        <p:nvSpPr>
          <p:cNvPr id="11" name="Text Placeholder 10">
            <a:extLst>
              <a:ext uri="{FF2B5EF4-FFF2-40B4-BE49-F238E27FC236}">
                <a16:creationId xmlns:a16="http://schemas.microsoft.com/office/drawing/2014/main" id="{5EA598E0-A8D3-8C7C-3E74-5214582F25E0}"/>
              </a:ext>
            </a:extLst>
          </p:cNvPr>
          <p:cNvSpPr>
            <a:spLocks noGrp="1"/>
          </p:cNvSpPr>
          <p:nvPr>
            <p:ph type="body" sz="quarter" idx="12" hasCustomPrompt="1"/>
          </p:nvPr>
        </p:nvSpPr>
        <p:spPr>
          <a:xfrm>
            <a:off x="703951" y="1871662"/>
            <a:ext cx="10537825" cy="3114675"/>
          </a:xfrm>
          <a:prstGeom prst="rect">
            <a:avLst/>
          </a:prstGeom>
        </p:spPr>
        <p:txBody>
          <a:bodyPr/>
          <a:lstStyle>
            <a:lvl1pPr marL="0" indent="0">
              <a:spcBef>
                <a:spcPts val="0"/>
              </a:spcBef>
              <a:spcAft>
                <a:spcPts val="0"/>
              </a:spcAft>
              <a:buNone/>
              <a:defRPr>
                <a:latin typeface="Roboto" panose="02000000000000000000" pitchFamily="2" charset="0"/>
                <a:ea typeface="Roboto" panose="02000000000000000000" pitchFamily="2" charset="0"/>
              </a:defRPr>
            </a:lvl1pPr>
          </a:lstStyle>
          <a:p>
            <a:pPr>
              <a:spcAft>
                <a:spcPts val="600"/>
              </a:spcAft>
              <a:buClr>
                <a:srgbClr val="F17042"/>
              </a:buClr>
            </a:pPr>
            <a:r>
              <a:rPr lang="en-US" sz="1800">
                <a:solidFill>
                  <a:srgbClr val="1D4159"/>
                </a:solidFill>
                <a:latin typeface="Roboto Medium" panose="02000000000000000000" pitchFamily="2" charset="0"/>
                <a:ea typeface="Roboto Medium" panose="02000000000000000000" pitchFamily="2" charset="0"/>
              </a:rPr>
              <a:t>Heading</a:t>
            </a:r>
          </a:p>
          <a:p>
            <a:pPr marL="180000" indent="-180000">
              <a:spcAft>
                <a:spcPts val="300"/>
              </a:spcAft>
              <a:buClr>
                <a:srgbClr val="F17042"/>
              </a:buClr>
              <a:buFont typeface="Arial" panose="020B0604020202020204" pitchFamily="34" charset="0"/>
              <a:buChar char="•"/>
            </a:pPr>
            <a:r>
              <a:rPr lang="en-US" sz="1600">
                <a:solidFill>
                  <a:srgbClr val="1D4159"/>
                </a:solidFill>
                <a:latin typeface="Roboto" panose="02000000000000000000" pitchFamily="2" charset="0"/>
                <a:ea typeface="Roboto" panose="02000000000000000000" pitchFamily="2" charset="0"/>
              </a:rPr>
              <a:t>Lorem ipsum dolor sit </a:t>
            </a:r>
            <a:r>
              <a:rPr lang="en-US" sz="1600" err="1">
                <a:solidFill>
                  <a:srgbClr val="1D4159"/>
                </a:solidFill>
                <a:latin typeface="Roboto" panose="02000000000000000000" pitchFamily="2" charset="0"/>
                <a:ea typeface="Roboto" panose="02000000000000000000" pitchFamily="2" charset="0"/>
              </a:rPr>
              <a:t>amet</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consectetur</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adipiscing</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elit</a:t>
            </a:r>
            <a:r>
              <a:rPr lang="en-US" sz="1600">
                <a:solidFill>
                  <a:srgbClr val="1D4159"/>
                </a:solidFill>
                <a:latin typeface="Roboto" panose="02000000000000000000" pitchFamily="2" charset="0"/>
                <a:ea typeface="Roboto" panose="02000000000000000000" pitchFamily="2" charset="0"/>
              </a:rPr>
              <a:t>.</a:t>
            </a:r>
          </a:p>
          <a:p>
            <a:pPr marL="742950" lvl="1" indent="-285750">
              <a:spcAft>
                <a:spcPts val="1800"/>
              </a:spcAft>
              <a:buClr>
                <a:srgbClr val="F17042"/>
              </a:buClr>
              <a:buFont typeface="Roboto" panose="02000000000000000000" pitchFamily="2" charset="0"/>
              <a:buChar char="―"/>
            </a:pPr>
            <a:r>
              <a:rPr lang="en-US" sz="1600">
                <a:solidFill>
                  <a:srgbClr val="1D4159"/>
                </a:solidFill>
                <a:latin typeface="Roboto" panose="02000000000000000000" pitchFamily="2" charset="0"/>
                <a:ea typeface="Roboto" panose="02000000000000000000" pitchFamily="2" charset="0"/>
              </a:rPr>
              <a:t>Lorem ipsum dolor sit </a:t>
            </a:r>
            <a:r>
              <a:rPr lang="en-US" sz="1600" err="1">
                <a:solidFill>
                  <a:srgbClr val="1D4159"/>
                </a:solidFill>
                <a:latin typeface="Roboto" panose="02000000000000000000" pitchFamily="2" charset="0"/>
                <a:ea typeface="Roboto" panose="02000000000000000000" pitchFamily="2" charset="0"/>
              </a:rPr>
              <a:t>amet</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consectetur</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adipiscing</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elit</a:t>
            </a:r>
            <a:r>
              <a:rPr lang="en-US" sz="1600">
                <a:solidFill>
                  <a:srgbClr val="1D4159"/>
                </a:solidFill>
                <a:latin typeface="Roboto" panose="02000000000000000000" pitchFamily="2" charset="0"/>
                <a:ea typeface="Roboto" panose="02000000000000000000" pitchFamily="2" charset="0"/>
              </a:rPr>
              <a:t>.</a:t>
            </a:r>
          </a:p>
          <a:p>
            <a:pPr>
              <a:spcAft>
                <a:spcPts val="600"/>
              </a:spcAft>
              <a:buClr>
                <a:srgbClr val="F17042"/>
              </a:buClr>
            </a:pPr>
            <a:r>
              <a:rPr lang="en-US" sz="1800">
                <a:solidFill>
                  <a:srgbClr val="1D4159"/>
                </a:solidFill>
                <a:latin typeface="Roboto Medium" panose="02000000000000000000" pitchFamily="2" charset="0"/>
                <a:ea typeface="Roboto Medium" panose="02000000000000000000" pitchFamily="2" charset="0"/>
              </a:rPr>
              <a:t>Heading</a:t>
            </a:r>
          </a:p>
          <a:p>
            <a:pPr marL="180000" indent="-180000">
              <a:spcAft>
                <a:spcPts val="300"/>
              </a:spcAft>
              <a:buClr>
                <a:srgbClr val="F17042"/>
              </a:buClr>
              <a:buFont typeface="Arial" panose="020B0604020202020204" pitchFamily="34" charset="0"/>
              <a:buChar char="•"/>
            </a:pPr>
            <a:r>
              <a:rPr lang="en-US" sz="1600">
                <a:solidFill>
                  <a:srgbClr val="1D4159"/>
                </a:solidFill>
                <a:latin typeface="Roboto" panose="02000000000000000000" pitchFamily="2" charset="0"/>
                <a:ea typeface="Roboto" panose="02000000000000000000" pitchFamily="2" charset="0"/>
              </a:rPr>
              <a:t>Lorem ipsum dolor sit </a:t>
            </a:r>
            <a:r>
              <a:rPr lang="en-US" sz="1600" err="1">
                <a:solidFill>
                  <a:srgbClr val="1D4159"/>
                </a:solidFill>
                <a:latin typeface="Roboto" panose="02000000000000000000" pitchFamily="2" charset="0"/>
                <a:ea typeface="Roboto" panose="02000000000000000000" pitchFamily="2" charset="0"/>
              </a:rPr>
              <a:t>amet</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consectetur</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adipiscing</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elit</a:t>
            </a:r>
            <a:r>
              <a:rPr lang="en-US" sz="1600">
                <a:solidFill>
                  <a:srgbClr val="1D4159"/>
                </a:solidFill>
                <a:latin typeface="Roboto" panose="02000000000000000000" pitchFamily="2" charset="0"/>
                <a:ea typeface="Roboto" panose="02000000000000000000" pitchFamily="2" charset="0"/>
              </a:rPr>
              <a:t>.</a:t>
            </a:r>
          </a:p>
          <a:p>
            <a:pPr marL="742950" lvl="1"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a:p>
            <a:pPr marL="1200150" lvl="2"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a:p>
            <a:pPr marL="1200150" lvl="2"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a:p>
            <a:pPr marL="1200150" lvl="2"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p:txBody>
      </p:sp>
      <p:sp>
        <p:nvSpPr>
          <p:cNvPr id="2" name="Rectangle 1">
            <a:extLst>
              <a:ext uri="{FF2B5EF4-FFF2-40B4-BE49-F238E27FC236}">
                <a16:creationId xmlns:a16="http://schemas.microsoft.com/office/drawing/2014/main" id="{28F28443-B115-E618-4BEE-634B8C605637}"/>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6" name="TextBox 5">
            <a:extLst>
              <a:ext uri="{FF2B5EF4-FFF2-40B4-BE49-F238E27FC236}">
                <a16:creationId xmlns:a16="http://schemas.microsoft.com/office/drawing/2014/main" id="{9F89043C-1377-F9A4-243C-935ADD627F2F}"/>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7" name="TextBox 6">
            <a:extLst>
              <a:ext uri="{FF2B5EF4-FFF2-40B4-BE49-F238E27FC236}">
                <a16:creationId xmlns:a16="http://schemas.microsoft.com/office/drawing/2014/main" id="{DB09EFD6-83F5-2C51-A779-67AD075B3369}"/>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cxnSp>
        <p:nvCxnSpPr>
          <p:cNvPr id="10" name="Straight Connector 9">
            <a:extLst>
              <a:ext uri="{FF2B5EF4-FFF2-40B4-BE49-F238E27FC236}">
                <a16:creationId xmlns:a16="http://schemas.microsoft.com/office/drawing/2014/main" id="{25BD1697-1D75-D443-5434-1E1F2D5E2EA3}"/>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pic>
        <p:nvPicPr>
          <p:cNvPr id="4" name="Picture 3" descr="A logo with a light bulb and flames&#10;&#10;AI-generated content may be incorrect.">
            <a:extLst>
              <a:ext uri="{FF2B5EF4-FFF2-40B4-BE49-F238E27FC236}">
                <a16:creationId xmlns:a16="http://schemas.microsoft.com/office/drawing/2014/main" id="{B1D86BB4-AEA0-A291-0377-1907BA81044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98875" y="0"/>
            <a:ext cx="1837413" cy="866844"/>
          </a:xfrm>
          <a:prstGeom prst="rect">
            <a:avLst/>
          </a:prstGeom>
        </p:spPr>
      </p:pic>
    </p:spTree>
    <p:extLst>
      <p:ext uri="{BB962C8B-B14F-4D97-AF65-F5344CB8AC3E}">
        <p14:creationId xmlns:p14="http://schemas.microsoft.com/office/powerpoint/2010/main" val="37160554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Circuitry_Primary Colors">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8E6FD362-DC1E-B9FA-124B-D3A422101C70}"/>
              </a:ext>
            </a:extLst>
          </p:cNvPr>
          <p:cNvPicPr>
            <a:picLocks noChangeAspect="1"/>
          </p:cNvPicPr>
          <p:nvPr userDrawn="1"/>
        </p:nvPicPr>
        <p:blipFill rotWithShape="1">
          <a:blip r:embed="rId2">
            <a:extLst>
              <a:ext uri="{96DAC541-7B7A-43D3-8B79-37D633B846F1}">
                <asvg:svgBlip xmlns:asvg="http://schemas.microsoft.com/office/drawing/2016/SVG/main" xmlns="" r:embed="rId3"/>
              </a:ext>
            </a:extLst>
          </a:blip>
          <a:srcRect t="23103"/>
          <a:stretch/>
        </p:blipFill>
        <p:spPr>
          <a:xfrm rot="10800000">
            <a:off x="651221" y="1325520"/>
            <a:ext cx="11049002" cy="5532480"/>
          </a:xfrm>
          <a:prstGeom prst="rect">
            <a:avLst/>
          </a:prstGeom>
        </p:spPr>
      </p:pic>
      <p:sp>
        <p:nvSpPr>
          <p:cNvPr id="2" name="Rectangle 1">
            <a:extLst>
              <a:ext uri="{FF2B5EF4-FFF2-40B4-BE49-F238E27FC236}">
                <a16:creationId xmlns:a16="http://schemas.microsoft.com/office/drawing/2014/main" id="{CC4C44DD-4500-6F64-B20B-35124C585144}"/>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 name="TextBox 3">
            <a:extLst>
              <a:ext uri="{FF2B5EF4-FFF2-40B4-BE49-F238E27FC236}">
                <a16:creationId xmlns:a16="http://schemas.microsoft.com/office/drawing/2014/main" id="{6A3C21B8-F272-88BA-F330-40396307E593}"/>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6" name="TextBox 5">
            <a:extLst>
              <a:ext uri="{FF2B5EF4-FFF2-40B4-BE49-F238E27FC236}">
                <a16:creationId xmlns:a16="http://schemas.microsoft.com/office/drawing/2014/main" id="{BD507C50-0FF1-C8F1-8CF0-25A4DB0803FD}"/>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cxnSp>
        <p:nvCxnSpPr>
          <p:cNvPr id="7" name="Straight Connector 6">
            <a:extLst>
              <a:ext uri="{FF2B5EF4-FFF2-40B4-BE49-F238E27FC236}">
                <a16:creationId xmlns:a16="http://schemas.microsoft.com/office/drawing/2014/main" id="{931FE850-5DE7-4B28-89E9-8254695B571E}"/>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3A7E5B63-5EFD-B611-5A09-66C89C57B827}"/>
              </a:ext>
            </a:extLst>
          </p:cNvPr>
          <p:cNvSpPr>
            <a:spLocks/>
          </p:cNvSpPr>
          <p:nvPr userDrawn="1"/>
        </p:nvSpPr>
        <p:spPr>
          <a:xfrm>
            <a:off x="0" y="-4586"/>
            <a:ext cx="12192000" cy="6416296"/>
          </a:xfrm>
          <a:prstGeom prst="rect">
            <a:avLst/>
          </a:prstGeom>
          <a:solidFill>
            <a:schemeClr val="bg1">
              <a:alpha val="9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Tree>
    <p:extLst>
      <p:ext uri="{BB962C8B-B14F-4D97-AF65-F5344CB8AC3E}">
        <p14:creationId xmlns:p14="http://schemas.microsoft.com/office/powerpoint/2010/main" val="27663857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Thank You Slide">
    <p:spTree>
      <p:nvGrpSpPr>
        <p:cNvPr id="1" name=""/>
        <p:cNvGrpSpPr/>
        <p:nvPr/>
      </p:nvGrpSpPr>
      <p:grpSpPr>
        <a:xfrm>
          <a:off x="0" y="0"/>
          <a:ext cx="0" cy="0"/>
          <a:chOff x="0" y="0"/>
          <a:chExt cx="0" cy="0"/>
        </a:xfrm>
      </p:grpSpPr>
      <p:sp>
        <p:nvSpPr>
          <p:cNvPr id="22" name="Rectangle: Rounded Corners 21">
            <a:extLst>
              <a:ext uri="{FF2B5EF4-FFF2-40B4-BE49-F238E27FC236}">
                <a16:creationId xmlns:a16="http://schemas.microsoft.com/office/drawing/2014/main" id="{AC74078B-AEAF-B2A0-532E-985477B1DE26}"/>
              </a:ext>
            </a:extLst>
          </p:cNvPr>
          <p:cNvSpPr/>
          <p:nvPr userDrawn="1"/>
        </p:nvSpPr>
        <p:spPr>
          <a:xfrm>
            <a:off x="4199792" y="4632871"/>
            <a:ext cx="3792416" cy="561670"/>
          </a:xfrm>
          <a:prstGeom prst="roundRect">
            <a:avLst>
              <a:gd name="adj" fmla="val 50000"/>
            </a:avLst>
          </a:prstGeom>
          <a:gradFill>
            <a:gsLst>
              <a:gs pos="0">
                <a:srgbClr val="F27242"/>
              </a:gs>
              <a:gs pos="100000">
                <a:srgbClr val="E75D3D"/>
              </a:gs>
            </a:gsLst>
            <a:lin ang="4320000" scaled="0"/>
          </a:gra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24" name="Прямоугольник 8">
            <a:extLst>
              <a:ext uri="{FF2B5EF4-FFF2-40B4-BE49-F238E27FC236}">
                <a16:creationId xmlns:a16="http://schemas.microsoft.com/office/drawing/2014/main" id="{D9052C43-6FBF-9285-699C-1273E46A808C}"/>
              </a:ext>
            </a:extLst>
          </p:cNvPr>
          <p:cNvSpPr/>
          <p:nvPr userDrawn="1"/>
        </p:nvSpPr>
        <p:spPr>
          <a:xfrm>
            <a:off x="1838467" y="1977165"/>
            <a:ext cx="8459650" cy="1363583"/>
          </a:xfrm>
          <a:prstGeom prst="rect">
            <a:avLst/>
          </a:prstGeom>
          <a:noFill/>
          <a:ln w="27940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lang="en-US" sz="13000" b="1" spc="-200" baseline="0">
                <a:solidFill>
                  <a:srgbClr val="1D4159"/>
                </a:solidFill>
                <a:latin typeface="Roboto Condensed" panose="02000000000000000000" pitchFamily="2" charset="0"/>
                <a:ea typeface="Roboto Condensed" panose="02000000000000000000" pitchFamily="2" charset="0"/>
                <a:cs typeface="Roboto Condensed" panose="02000000000000000000" pitchFamily="2" charset="0"/>
              </a:rPr>
              <a:t>Thank You!</a:t>
            </a:r>
            <a:endParaRPr lang="ru-RU" sz="13000" spc="-200" baseline="0">
              <a:solidFill>
                <a:srgbClr val="1D4159"/>
              </a:solidFill>
              <a:latin typeface="Roboto Condensed" panose="02000000000000000000" pitchFamily="2" charset="0"/>
              <a:ea typeface="Roboto Condensed" panose="02000000000000000000" pitchFamily="2" charset="0"/>
              <a:cs typeface="Roboto Condensed" panose="02000000000000000000" pitchFamily="2" charset="0"/>
            </a:endParaRPr>
          </a:p>
        </p:txBody>
      </p:sp>
      <p:sp>
        <p:nvSpPr>
          <p:cNvPr id="28" name="Text Placeholder 26">
            <a:extLst>
              <a:ext uri="{FF2B5EF4-FFF2-40B4-BE49-F238E27FC236}">
                <a16:creationId xmlns:a16="http://schemas.microsoft.com/office/drawing/2014/main" id="{09E69095-AB30-3A73-3E9B-2FB7141AD3C1}"/>
              </a:ext>
            </a:extLst>
          </p:cNvPr>
          <p:cNvSpPr>
            <a:spLocks noGrp="1"/>
          </p:cNvSpPr>
          <p:nvPr>
            <p:ph type="body" sz="quarter" idx="10" hasCustomPrompt="1"/>
          </p:nvPr>
        </p:nvSpPr>
        <p:spPr>
          <a:xfrm>
            <a:off x="3572425" y="4007777"/>
            <a:ext cx="5047150" cy="431800"/>
          </a:xfrm>
          <a:prstGeom prst="rect">
            <a:avLst/>
          </a:prstGeom>
        </p:spPr>
        <p:txBody>
          <a:bodyPr/>
          <a:lstStyle>
            <a:lvl1pPr marL="0" indent="0" algn="ctr">
              <a:buNone/>
              <a:defRPr sz="2800" spc="50" baseline="0">
                <a:solidFill>
                  <a:srgbClr val="20465F"/>
                </a:solidFill>
                <a:latin typeface="Roboto Medium" panose="02000000000000000000" pitchFamily="2" charset="0"/>
                <a:ea typeface="Roboto Medium" panose="02000000000000000000" pitchFamily="2" charset="0"/>
              </a:defRPr>
            </a:lvl1pPr>
            <a:lvl2pPr marL="457200" indent="0" algn="ctr">
              <a:buNone/>
              <a:defRPr sz="2800">
                <a:latin typeface="Roboto Medium" panose="02000000000000000000" pitchFamily="2" charset="0"/>
                <a:ea typeface="Roboto Medium" panose="02000000000000000000" pitchFamily="2" charset="0"/>
              </a:defRPr>
            </a:lvl2pPr>
            <a:lvl3pPr marL="914400" indent="0" algn="ctr">
              <a:buNone/>
              <a:defRPr sz="2800">
                <a:latin typeface="Roboto Medium" panose="02000000000000000000" pitchFamily="2" charset="0"/>
                <a:ea typeface="Roboto Medium" panose="02000000000000000000" pitchFamily="2" charset="0"/>
              </a:defRPr>
            </a:lvl3pPr>
            <a:lvl4pPr marL="1371600" indent="0" algn="ctr">
              <a:buNone/>
              <a:defRPr sz="2800">
                <a:latin typeface="Roboto Medium" panose="02000000000000000000" pitchFamily="2" charset="0"/>
                <a:ea typeface="Roboto Medium" panose="02000000000000000000" pitchFamily="2" charset="0"/>
              </a:defRPr>
            </a:lvl4pPr>
            <a:lvl5pPr marL="1828800" indent="0" algn="ctr">
              <a:buNone/>
              <a:defRPr sz="2800">
                <a:latin typeface="Roboto Medium" panose="02000000000000000000" pitchFamily="2" charset="0"/>
                <a:ea typeface="Roboto Medium" panose="02000000000000000000" pitchFamily="2" charset="0"/>
              </a:defRPr>
            </a:lvl5pPr>
          </a:lstStyle>
          <a:p>
            <a:pPr lvl="0"/>
            <a:r>
              <a:rPr lang="en-US" dirty="0"/>
              <a:t>Learn more from </a:t>
            </a:r>
            <a:r>
              <a:rPr lang="en-US" dirty="0" err="1"/>
              <a:t>Litware</a:t>
            </a:r>
            <a:r>
              <a:rPr lang="en-US" dirty="0"/>
              <a:t>:</a:t>
            </a:r>
            <a:endParaRPr lang="en-ZA" dirty="0"/>
          </a:p>
        </p:txBody>
      </p:sp>
      <p:pic>
        <p:nvPicPr>
          <p:cNvPr id="38" name="Picture 37" descr="A blue and orange dots on a black background&#10;&#10;Description automatically generated with low confidence">
            <a:extLst>
              <a:ext uri="{FF2B5EF4-FFF2-40B4-BE49-F238E27FC236}">
                <a16:creationId xmlns:a16="http://schemas.microsoft.com/office/drawing/2014/main" id="{35320877-A6BE-6FA5-09AD-DEA1647DB784}"/>
              </a:ext>
            </a:extLst>
          </p:cNvPr>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10666" r="10945"/>
          <a:stretch/>
        </p:blipFill>
        <p:spPr>
          <a:xfrm>
            <a:off x="6971998" y="0"/>
            <a:ext cx="5220001" cy="5266943"/>
          </a:xfrm>
          <a:prstGeom prst="rect">
            <a:avLst/>
          </a:prstGeom>
        </p:spPr>
      </p:pic>
      <p:sp>
        <p:nvSpPr>
          <p:cNvPr id="37" name="Text Placeholder 36">
            <a:extLst>
              <a:ext uri="{FF2B5EF4-FFF2-40B4-BE49-F238E27FC236}">
                <a16:creationId xmlns:a16="http://schemas.microsoft.com/office/drawing/2014/main" id="{9DE09D20-1BA2-C1CE-4FA3-B1F1353E3A07}"/>
              </a:ext>
            </a:extLst>
          </p:cNvPr>
          <p:cNvSpPr>
            <a:spLocks noGrp="1"/>
          </p:cNvSpPr>
          <p:nvPr>
            <p:ph type="body" sz="quarter" idx="11" hasCustomPrompt="1"/>
          </p:nvPr>
        </p:nvSpPr>
        <p:spPr>
          <a:xfrm>
            <a:off x="4182205" y="4731998"/>
            <a:ext cx="3792417" cy="374608"/>
          </a:xfrm>
          <a:prstGeom prst="rect">
            <a:avLst/>
          </a:prstGeom>
        </p:spPr>
        <p:txBody>
          <a:bodyPr/>
          <a:lstStyle>
            <a:lvl1pPr marL="0" indent="0" algn="ctr">
              <a:buNone/>
              <a:defRPr sz="2000">
                <a:solidFill>
                  <a:schemeClr val="bg1"/>
                </a:solidFill>
                <a:latin typeface="Roboto Medium" panose="02000000000000000000" pitchFamily="2" charset="0"/>
                <a:ea typeface="Roboto Medium" panose="02000000000000000000" pitchFamily="2" charset="0"/>
              </a:defRPr>
            </a:lvl1pPr>
            <a:lvl2pPr marL="457200" indent="0">
              <a:buNone/>
              <a:defRPr sz="2000">
                <a:latin typeface="Roboto Medium" panose="02000000000000000000" pitchFamily="2" charset="0"/>
                <a:ea typeface="Roboto Medium" panose="02000000000000000000" pitchFamily="2" charset="0"/>
              </a:defRPr>
            </a:lvl2pPr>
            <a:lvl3pPr marL="914400" indent="0">
              <a:buNone/>
              <a:defRPr sz="2000">
                <a:latin typeface="Roboto Medium" panose="02000000000000000000" pitchFamily="2" charset="0"/>
                <a:ea typeface="Roboto Medium" panose="02000000000000000000" pitchFamily="2" charset="0"/>
              </a:defRPr>
            </a:lvl3pPr>
            <a:lvl4pPr marL="1371600" indent="0">
              <a:buNone/>
              <a:defRPr sz="2000">
                <a:latin typeface="Roboto Medium" panose="02000000000000000000" pitchFamily="2" charset="0"/>
                <a:ea typeface="Roboto Medium" panose="02000000000000000000" pitchFamily="2" charset="0"/>
              </a:defRPr>
            </a:lvl4pPr>
            <a:lvl5pPr marL="1828800" indent="0">
              <a:buNone/>
              <a:defRPr sz="2000">
                <a:latin typeface="Roboto Medium" panose="02000000000000000000" pitchFamily="2" charset="0"/>
                <a:ea typeface="Roboto Medium" panose="02000000000000000000" pitchFamily="2" charset="0"/>
              </a:defRPr>
            </a:lvl5pPr>
          </a:lstStyle>
          <a:p>
            <a:pPr algn="ctr">
              <a:buClr>
                <a:schemeClr val="accent2"/>
              </a:buClr>
            </a:pPr>
            <a:r>
              <a:rPr lang="en-US" sz="2000" dirty="0">
                <a:solidFill>
                  <a:schemeClr val="bg1"/>
                </a:solidFill>
                <a:latin typeface="Roboto Medium" panose="02000000000000000000" pitchFamily="2" charset="0"/>
                <a:ea typeface="Roboto Medium" panose="02000000000000000000" pitchFamily="2" charset="0"/>
                <a:cs typeface="Roboto Condensed" panose="02000000000000000000" pitchFamily="2" charset="0"/>
                <a:hlinkClick r:id="rId3">
                  <a:extLst>
                    <a:ext uri="{A12FA001-AC4F-418D-AE19-62706E023703}">
                      <ahyp:hlinkClr xmlns:ahyp="http://schemas.microsoft.com/office/drawing/2018/hyperlinkcolor" xmlns="" val="tx"/>
                    </a:ext>
                  </a:extLst>
                </a:hlinkClick>
              </a:rPr>
              <a:t>https://www.Litware.com</a:t>
            </a:r>
            <a:endParaRPr lang="en-US" sz="2000" dirty="0">
              <a:solidFill>
                <a:schemeClr val="bg1"/>
              </a:solidFill>
              <a:latin typeface="Roboto Medium" panose="02000000000000000000" pitchFamily="2" charset="0"/>
              <a:ea typeface="Roboto Medium" panose="02000000000000000000" pitchFamily="2" charset="0"/>
              <a:cs typeface="Roboto Condensed" panose="02000000000000000000" pitchFamily="2" charset="0"/>
            </a:endParaRPr>
          </a:p>
        </p:txBody>
      </p:sp>
      <p:sp>
        <p:nvSpPr>
          <p:cNvPr id="2" name="Rectangle 1">
            <a:extLst>
              <a:ext uri="{FF2B5EF4-FFF2-40B4-BE49-F238E27FC236}">
                <a16:creationId xmlns:a16="http://schemas.microsoft.com/office/drawing/2014/main" id="{ABCA4164-C3C0-349C-33CD-9D751810A0DF}"/>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 name="TextBox 2">
            <a:extLst>
              <a:ext uri="{FF2B5EF4-FFF2-40B4-BE49-F238E27FC236}">
                <a16:creationId xmlns:a16="http://schemas.microsoft.com/office/drawing/2014/main" id="{985482AA-3FC3-2551-3928-D27FE4A4AB6C}"/>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4" name="TextBox 3">
            <a:extLst>
              <a:ext uri="{FF2B5EF4-FFF2-40B4-BE49-F238E27FC236}">
                <a16:creationId xmlns:a16="http://schemas.microsoft.com/office/drawing/2014/main" id="{7CE79D89-4659-2131-8AEC-9F6EF301FCA0}"/>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cxnSp>
        <p:nvCxnSpPr>
          <p:cNvPr id="5" name="Straight Connector 4">
            <a:extLst>
              <a:ext uri="{FF2B5EF4-FFF2-40B4-BE49-F238E27FC236}">
                <a16:creationId xmlns:a16="http://schemas.microsoft.com/office/drawing/2014/main" id="{F643E04E-EB9A-D073-41F3-F9B88A99FA50}"/>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528545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D089CC15-87C1-763D-1E6D-FA764FEC1A80}"/>
              </a:ext>
            </a:extLst>
          </p:cNvPr>
          <p:cNvSpPr>
            <a:spLocks noGrp="1"/>
          </p:cNvSpPr>
          <p:nvPr>
            <p:ph type="body" idx="1"/>
          </p:nvPr>
        </p:nvSpPr>
        <p:spPr>
          <a:xfrm>
            <a:off x="419100" y="1608304"/>
            <a:ext cx="10515600" cy="15539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13" name="Title Placeholder 6">
            <a:extLst>
              <a:ext uri="{FF2B5EF4-FFF2-40B4-BE49-F238E27FC236}">
                <a16:creationId xmlns:a16="http://schemas.microsoft.com/office/drawing/2014/main" id="{41616FDA-E256-79E7-974A-B4B2391F5A2C}"/>
              </a:ext>
            </a:extLst>
          </p:cNvPr>
          <p:cNvSpPr>
            <a:spLocks noGrp="1"/>
          </p:cNvSpPr>
          <p:nvPr>
            <p:ph type="title"/>
          </p:nvPr>
        </p:nvSpPr>
        <p:spPr>
          <a:xfrm>
            <a:off x="419100" y="716296"/>
            <a:ext cx="10515600" cy="558800"/>
          </a:xfrm>
          <a:prstGeom prst="rect">
            <a:avLst/>
          </a:prstGeom>
        </p:spPr>
        <p:txBody>
          <a:bodyPr vert="horz" lIns="91440" tIns="45720" rIns="91440" bIns="45720" rtlCol="0" anchor="ctr">
            <a:normAutofit/>
          </a:bodyPr>
          <a:lstStyle/>
          <a:p>
            <a:r>
              <a:rPr lang="en-US"/>
              <a:t>Click to edit Master title style</a:t>
            </a:r>
            <a:endParaRPr lang="en-ZA"/>
          </a:p>
        </p:txBody>
      </p:sp>
    </p:spTree>
    <p:extLst>
      <p:ext uri="{BB962C8B-B14F-4D97-AF65-F5344CB8AC3E}">
        <p14:creationId xmlns:p14="http://schemas.microsoft.com/office/powerpoint/2010/main" val="2686716444"/>
      </p:ext>
    </p:extLst>
  </p:cSld>
  <p:clrMap bg1="lt1" tx1="dk1" bg2="lt2" tx2="dk2" accent1="accent1" accent2="accent2" accent3="accent3" accent4="accent4" accent5="accent5" accent6="accent6" hlink="hlink" folHlink="folHlink"/>
  <p:sldLayoutIdLst>
    <p:sldLayoutId id="2147483830" r:id="rId1"/>
    <p:sldLayoutId id="2147483831" r:id="rId2"/>
    <p:sldLayoutId id="2147483843" r:id="rId3"/>
    <p:sldLayoutId id="2147483844" r:id="rId4"/>
    <p:sldLayoutId id="2147483845" r:id="rId5"/>
    <p:sldLayoutId id="2147483785" r:id="rId6"/>
    <p:sldLayoutId id="2147483846" r:id="rId7"/>
    <p:sldLayoutId id="2147483842" r:id="rId8"/>
  </p:sldLayoutIdLst>
  <p:hf hdr="0" dt="0"/>
  <p:txStyles>
    <p:titleStyle>
      <a:lvl1pPr algn="l" defTabSz="914400" rtl="0" eaLnBrk="1" latinLnBrk="0" hangingPunct="1">
        <a:lnSpc>
          <a:spcPct val="90000"/>
        </a:lnSpc>
        <a:spcBef>
          <a:spcPct val="0"/>
        </a:spcBef>
        <a:buNone/>
        <a:defRPr sz="3000" b="1" kern="1200">
          <a:solidFill>
            <a:schemeClr val="tx2"/>
          </a:solidFill>
          <a:latin typeface="+mj-lt"/>
          <a:ea typeface="+mj-ea"/>
          <a:cs typeface="+mj-cs"/>
        </a:defRPr>
      </a:lvl1pPr>
    </p:titleStyle>
    <p:bodyStyle>
      <a:lvl1pPr marL="0" indent="0" algn="l" defTabSz="914400" rtl="0" eaLnBrk="1" latinLnBrk="0" hangingPunct="1">
        <a:lnSpc>
          <a:spcPct val="90000"/>
        </a:lnSpc>
        <a:spcBef>
          <a:spcPts val="1000"/>
        </a:spcBef>
        <a:buFont typeface="Arial" panose="020B0604020202020204" pitchFamily="34" charset="0"/>
        <a:buNone/>
        <a:defRPr sz="1800" kern="1200">
          <a:solidFill>
            <a:schemeClr val="tx1"/>
          </a:solidFill>
          <a:latin typeface="Roboto Medium" panose="02000000000000000000" pitchFamily="2" charset="0"/>
          <a:ea typeface="Roboto Medium"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8.svg"/><Relationship Id="rId4" Type="http://schemas.openxmlformats.org/officeDocument/2006/relationships/image" Target="../media/image7.png"/><Relationship Id="rId5" Type="http://schemas.openxmlformats.org/officeDocument/2006/relationships/image" Target="../media/image10.svg"/><Relationship Id="rId6" Type="http://schemas.openxmlformats.org/officeDocument/2006/relationships/image" Target="../media/image8.png"/><Relationship Id="rId7" Type="http://schemas.openxmlformats.org/officeDocument/2006/relationships/image" Target="../media/image12.svg"/><Relationship Id="rId8" Type="http://schemas.openxmlformats.org/officeDocument/2006/relationships/image" Target="../media/image9.png"/><Relationship Id="rId9" Type="http://schemas.openxmlformats.org/officeDocument/2006/relationships/image" Target="../media/image14.svg"/><Relationship Id="rId10" Type="http://schemas.openxmlformats.org/officeDocument/2006/relationships/image" Target="../media/image10.png"/><Relationship Id="rId11" Type="http://schemas.openxmlformats.org/officeDocument/2006/relationships/image" Target="../media/image16.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image" Target="../media/image19.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Подзаголовок 3"/>
          <p:cNvSpPr>
            <a:spLocks noGrp="1"/>
          </p:cNvSpPr>
          <p:nvPr>
            <p:ph type="body" sz="quarter" idx="10"/>
          </p:nvPr>
        </p:nvSpPr>
        <p:spPr>
          <a:xfrm>
            <a:off x="591634" y="3857625"/>
            <a:ext cx="9285612" cy="1430147"/>
          </a:xfrm>
          <a:prstGeom prst="rect">
            <a:avLst/>
          </a:prstGeom>
        </p:spPr>
        <p:txBody>
          <a:bodyPr anchor="b">
            <a:noAutofit/>
          </a:bodyPr>
          <a:lstStyle/>
          <a:p>
            <a:pPr>
              <a:lnSpc>
                <a:spcPct val="100000"/>
              </a:lnSpc>
            </a:pPr>
            <a:r>
              <a:rPr lang="pl-PL" sz="4800" spc="50" dirty="0">
                <a:latin typeface="Roboto"/>
                <a:ea typeface="Roboto"/>
                <a:cs typeface="Roboto"/>
              </a:rPr>
              <a:t>Azure Cost</a:t>
            </a:r>
            <a:r>
              <a:rPr lang="en-US" sz="4800" spc="50" dirty="0"/>
              <a:t/>
            </a:r>
            <a:br>
              <a:rPr lang="en-US" sz="4800" spc="50" dirty="0"/>
            </a:br>
            <a:r>
              <a:rPr lang="en-US" sz="4800" spc="50" dirty="0">
                <a:latin typeface="Roboto"/>
                <a:ea typeface="Roboto"/>
                <a:cs typeface="Roboto"/>
              </a:rPr>
              <a:t>Implementation</a:t>
            </a:r>
            <a:r>
              <a:rPr lang="pl-PL" sz="4800" spc="50" dirty="0">
                <a:latin typeface="Roboto"/>
                <a:ea typeface="Roboto"/>
                <a:cs typeface="Roboto"/>
              </a:rPr>
              <a:t> Kickoff</a:t>
            </a:r>
          </a:p>
        </p:txBody>
      </p:sp>
      <p:pic>
        <p:nvPicPr>
          <p:cNvPr id="3" name="Picture 2" descr="customerLogo">
            <a:extLst>
              <a:ext uri="{FF2B5EF4-FFF2-40B4-BE49-F238E27FC236}">
                <a16:creationId xmlns:a16="http://schemas.microsoft.com/office/drawing/2014/main" id="{C3A286AA-3257-395E-B27A-10B5B1ABC9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34845" y="757382"/>
            <a:ext cx="2809202" cy="1872801"/>
          </a:xfrm>
          <a:prstGeom prst="rect">
            <a:avLst/>
          </a:prstGeom>
        </p:spPr>
      </p:pic>
    </p:spTree>
    <p:extLst>
      <p:ext uri="{BB962C8B-B14F-4D97-AF65-F5344CB8AC3E}">
        <p14:creationId xmlns:p14="http://schemas.microsoft.com/office/powerpoint/2010/main" val="247990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C88D50D-BBDA-E32A-DBDC-F8133E23FB54}"/>
              </a:ext>
            </a:extLst>
          </p:cNvPr>
          <p:cNvSpPr>
            <a:spLocks noGrp="1"/>
          </p:cNvSpPr>
          <p:nvPr>
            <p:ph type="body" sz="quarter" idx="10"/>
          </p:nvPr>
        </p:nvSpPr>
        <p:spPr>
          <a:xfrm>
            <a:off x="517980" y="764864"/>
            <a:ext cx="8735748" cy="461665"/>
          </a:xfrm>
        </p:spPr>
        <p:txBody>
          <a:bodyPr/>
          <a:lstStyle/>
          <a:p>
            <a:r>
              <a:rPr lang="en-US" dirty="0"/>
              <a:t>Goal</a:t>
            </a:r>
          </a:p>
        </p:txBody>
      </p:sp>
      <p:sp>
        <p:nvSpPr>
          <p:cNvPr id="3" name="Text Placeholder 2">
            <a:extLst>
              <a:ext uri="{FF2B5EF4-FFF2-40B4-BE49-F238E27FC236}">
                <a16:creationId xmlns:a16="http://schemas.microsoft.com/office/drawing/2014/main" id="{65288278-67FC-4726-A695-1D860AF79A54}"/>
              </a:ext>
            </a:extLst>
          </p:cNvPr>
          <p:cNvSpPr>
            <a:spLocks noGrp="1"/>
          </p:cNvSpPr>
          <p:nvPr>
            <p:ph type="body" sz="quarter" idx="11"/>
          </p:nvPr>
        </p:nvSpPr>
        <p:spPr>
          <a:xfrm>
            <a:off x="536268" y="498314"/>
            <a:ext cx="3363379" cy="246221"/>
          </a:xfrm>
        </p:spPr>
        <p:txBody>
          <a:bodyPr>
            <a:normAutofit/>
          </a:bodyPr>
          <a:lstStyle/>
          <a:p>
            <a:r>
              <a:rPr lang="pl-PL" dirty="0"/>
              <a:t>Azure Cost </a:t>
            </a:r>
            <a:r>
              <a:rPr lang="en-US" dirty="0"/>
              <a:t>Implementation </a:t>
            </a:r>
            <a:r>
              <a:rPr lang="pl-PL" dirty="0"/>
              <a:t>Kickoff</a:t>
            </a:r>
            <a:endParaRPr lang="en-ZA" dirty="0"/>
          </a:p>
          <a:p>
            <a:endParaRPr lang="en-US" sz="1600" spc="50" dirty="0"/>
          </a:p>
        </p:txBody>
      </p:sp>
      <p:sp>
        <p:nvSpPr>
          <p:cNvPr id="6" name="Text Placeholder 18">
            <a:extLst>
              <a:ext uri="{FF2B5EF4-FFF2-40B4-BE49-F238E27FC236}">
                <a16:creationId xmlns:a16="http://schemas.microsoft.com/office/drawing/2014/main" id="{65402B04-869E-7823-913A-E5DA96EB98B3}"/>
              </a:ext>
            </a:extLst>
          </p:cNvPr>
          <p:cNvSpPr txBox="1">
            <a:spLocks/>
          </p:cNvSpPr>
          <p:nvPr/>
        </p:nvSpPr>
        <p:spPr>
          <a:xfrm>
            <a:off x="730240" y="1877853"/>
            <a:ext cx="10666766" cy="2046447"/>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1200"/>
              </a:spcBef>
              <a:spcAft>
                <a:spcPts val="600"/>
              </a:spcAft>
            </a:pPr>
            <a:endParaRPr lang="en-US" b="1">
              <a:solidFill>
                <a:schemeClr val="accent1"/>
              </a:solidFill>
            </a:endParaRPr>
          </a:p>
          <a:p>
            <a:pPr>
              <a:lnSpc>
                <a:spcPct val="100000"/>
              </a:lnSpc>
              <a:spcBef>
                <a:spcPts val="1200"/>
              </a:spcBef>
              <a:spcAft>
                <a:spcPts val="600"/>
              </a:spcAft>
            </a:pPr>
            <a:endParaRPr lang="en-US" b="1">
              <a:solidFill>
                <a:schemeClr val="accent1"/>
              </a:solidFill>
            </a:endParaRPr>
          </a:p>
        </p:txBody>
      </p:sp>
      <p:sp>
        <p:nvSpPr>
          <p:cNvPr id="7" name="Rectangle 2">
            <a:extLst>
              <a:ext uri="{FF2B5EF4-FFF2-40B4-BE49-F238E27FC236}">
                <a16:creationId xmlns:a16="http://schemas.microsoft.com/office/drawing/2014/main" id="{7BB33358-2E64-FE70-7933-3E50BB6C5FAA}"/>
              </a:ext>
            </a:extLst>
          </p:cNvPr>
          <p:cNvSpPr>
            <a:spLocks noChangeArrowheads="1"/>
          </p:cNvSpPr>
          <p:nvPr/>
        </p:nvSpPr>
        <p:spPr bwMode="auto">
          <a:xfrm>
            <a:off x="0" y="-201645"/>
            <a:ext cx="184731" cy="403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7935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9" name="TextBox 8">
            <a:extLst>
              <a:ext uri="{FF2B5EF4-FFF2-40B4-BE49-F238E27FC236}">
                <a16:creationId xmlns:a16="http://schemas.microsoft.com/office/drawing/2014/main" id="{DC598DE3-4C9F-9321-A06E-14CC0E2B2C71}"/>
              </a:ext>
            </a:extLst>
          </p:cNvPr>
          <p:cNvSpPr txBox="1"/>
          <p:nvPr/>
        </p:nvSpPr>
        <p:spPr>
          <a:xfrm>
            <a:off x="308824" y="2397948"/>
            <a:ext cx="11328843" cy="2062103"/>
          </a:xfrm>
          <a:prstGeom prst="rect">
            <a:avLst/>
          </a:prstGeom>
          <a:noFill/>
        </p:spPr>
        <p:txBody>
          <a:bodyPr wrap="square">
            <a:spAutoFit/>
          </a:bodyPr>
          <a:lstStyle/>
          <a:p>
            <a:pPr lvl="5"/>
            <a:r>
              <a:rPr lang="en-US" sz="3200" dirty="0"/>
              <a:t>Reduce Azure Cost by </a:t>
            </a:r>
          </a:p>
          <a:p>
            <a:pPr lvl="5"/>
            <a:r>
              <a:rPr lang="en-US" sz="3200" dirty="0">
                <a:solidFill>
                  <a:schemeClr val="accent1"/>
                </a:solidFill>
              </a:rPr>
              <a:t>	</a:t>
            </a:r>
            <a:r>
              <a:rPr lang="en-US" sz="3200" dirty="0"/>
              <a:t>removing</a:t>
            </a:r>
            <a:r>
              <a:rPr lang="en-US" sz="3200" dirty="0">
                <a:solidFill>
                  <a:schemeClr val="accent1"/>
                </a:solidFill>
              </a:rPr>
              <a:t> </a:t>
            </a:r>
            <a:r>
              <a:rPr lang="en-US" sz="3200" b="1" dirty="0">
                <a:solidFill>
                  <a:schemeClr val="accent1"/>
                </a:solidFill>
              </a:rPr>
              <a:t>Orphaned resources</a:t>
            </a:r>
            <a:r>
              <a:rPr lang="en-US" sz="3200" dirty="0">
                <a:solidFill>
                  <a:schemeClr val="accent1"/>
                </a:solidFill>
              </a:rPr>
              <a:t>, </a:t>
            </a:r>
          </a:p>
          <a:p>
            <a:pPr lvl="5"/>
            <a:r>
              <a:rPr lang="en-US" sz="3200" dirty="0">
                <a:solidFill>
                  <a:schemeClr val="accent1"/>
                </a:solidFill>
              </a:rPr>
              <a:t>		</a:t>
            </a:r>
            <a:r>
              <a:rPr lang="en-US" sz="3200" dirty="0"/>
              <a:t>implementing</a:t>
            </a:r>
            <a:r>
              <a:rPr lang="en-US" sz="3200" dirty="0">
                <a:solidFill>
                  <a:schemeClr val="accent1"/>
                </a:solidFill>
              </a:rPr>
              <a:t> </a:t>
            </a:r>
            <a:r>
              <a:rPr lang="en-US" sz="3200" b="1" dirty="0">
                <a:solidFill>
                  <a:schemeClr val="accent1"/>
                </a:solidFill>
              </a:rPr>
              <a:t>Rightsizing</a:t>
            </a:r>
            <a:r>
              <a:rPr lang="en-US" sz="3200" dirty="0">
                <a:solidFill>
                  <a:schemeClr val="accent1"/>
                </a:solidFill>
              </a:rPr>
              <a:t> </a:t>
            </a:r>
            <a:r>
              <a:rPr lang="en-US" sz="3200" dirty="0"/>
              <a:t>and</a:t>
            </a:r>
          </a:p>
          <a:p>
            <a:pPr lvl="5"/>
            <a:r>
              <a:rPr lang="en-US" sz="3200" dirty="0">
                <a:solidFill>
                  <a:schemeClr val="accent1"/>
                </a:solidFill>
              </a:rPr>
              <a:t>			 </a:t>
            </a:r>
            <a:r>
              <a:rPr lang="en-US" sz="3200" b="1" dirty="0">
                <a:solidFill>
                  <a:schemeClr val="accent1"/>
                </a:solidFill>
              </a:rPr>
              <a:t>Suboptimal pricing</a:t>
            </a:r>
            <a:r>
              <a:rPr lang="en-US" sz="3200" dirty="0">
                <a:solidFill>
                  <a:schemeClr val="accent1"/>
                </a:solidFill>
              </a:rPr>
              <a:t> </a:t>
            </a:r>
            <a:r>
              <a:rPr lang="en-US" sz="3200" dirty="0"/>
              <a:t>strategies</a:t>
            </a:r>
            <a:endParaRPr lang="en-US" sz="3200" dirty="0">
              <a:effectLst/>
            </a:endParaRPr>
          </a:p>
        </p:txBody>
      </p:sp>
    </p:spTree>
    <p:extLst>
      <p:ext uri="{BB962C8B-B14F-4D97-AF65-F5344CB8AC3E}">
        <p14:creationId xmlns:p14="http://schemas.microsoft.com/office/powerpoint/2010/main" val="39736570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1A9CE03-717A-B6F0-774B-4DD755B29916}"/>
              </a:ext>
            </a:extLst>
          </p:cNvPr>
          <p:cNvSpPr>
            <a:spLocks noGrp="1" noRot="1" noMove="1" noResize="1" noEditPoints="1" noAdjustHandles="1" noChangeArrowheads="1" noChangeShapeType="1"/>
          </p:cNvSpPr>
          <p:nvPr/>
        </p:nvSpPr>
        <p:spPr>
          <a:xfrm>
            <a:off x="6044070" y="0"/>
            <a:ext cx="6147929" cy="641032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dirty="0"/>
          </a:p>
        </p:txBody>
      </p:sp>
      <p:sp>
        <p:nvSpPr>
          <p:cNvPr id="6" name="Text Placeholder 5">
            <a:extLst>
              <a:ext uri="{FF2B5EF4-FFF2-40B4-BE49-F238E27FC236}">
                <a16:creationId xmlns:a16="http://schemas.microsoft.com/office/drawing/2014/main" id="{E5F79446-C075-FBA9-CDD7-71E49C02A03C}"/>
              </a:ext>
            </a:extLst>
          </p:cNvPr>
          <p:cNvSpPr>
            <a:spLocks noGrp="1"/>
          </p:cNvSpPr>
          <p:nvPr>
            <p:ph type="body" sz="quarter" idx="10"/>
          </p:nvPr>
        </p:nvSpPr>
        <p:spPr>
          <a:xfrm>
            <a:off x="517980" y="764865"/>
            <a:ext cx="2807007" cy="463860"/>
          </a:xfrm>
        </p:spPr>
        <p:txBody>
          <a:bodyPr/>
          <a:lstStyle/>
          <a:p>
            <a:r>
              <a:rPr lang="en-ZA"/>
              <a:t>Meet the Team</a:t>
            </a:r>
          </a:p>
        </p:txBody>
      </p:sp>
      <p:sp>
        <p:nvSpPr>
          <p:cNvPr id="7" name="Text Placeholder 6">
            <a:extLst>
              <a:ext uri="{FF2B5EF4-FFF2-40B4-BE49-F238E27FC236}">
                <a16:creationId xmlns:a16="http://schemas.microsoft.com/office/drawing/2014/main" id="{CBCCAEEC-D2D4-B32B-45CD-380FFAB44E15}"/>
              </a:ext>
            </a:extLst>
          </p:cNvPr>
          <p:cNvSpPr>
            <a:spLocks noGrp="1"/>
          </p:cNvSpPr>
          <p:nvPr>
            <p:ph type="body" sz="quarter" idx="11"/>
          </p:nvPr>
        </p:nvSpPr>
        <p:spPr>
          <a:xfrm>
            <a:off x="536268" y="498315"/>
            <a:ext cx="2928827" cy="492443"/>
          </a:xfrm>
        </p:spPr>
        <p:txBody>
          <a:bodyPr/>
          <a:lstStyle/>
          <a:p>
            <a:r>
              <a:rPr lang="pl-PL" dirty="0"/>
              <a:t>Azure Cost </a:t>
            </a:r>
            <a:r>
              <a:rPr lang="en-US" dirty="0"/>
              <a:t>Implementation </a:t>
            </a:r>
            <a:r>
              <a:rPr lang="pl-PL" dirty="0"/>
              <a:t>Kickoff</a:t>
            </a:r>
            <a:endParaRPr lang="en-ZA" dirty="0"/>
          </a:p>
        </p:txBody>
      </p:sp>
      <p:sp>
        <p:nvSpPr>
          <p:cNvPr id="32" name="Rectangle 31">
            <a:extLst>
              <a:ext uri="{FF2B5EF4-FFF2-40B4-BE49-F238E27FC236}">
                <a16:creationId xmlns:a16="http://schemas.microsoft.com/office/drawing/2014/main" id="{ACF47DC2-7697-C465-CA46-987F6D78A98B}"/>
              </a:ext>
            </a:extLst>
          </p:cNvPr>
          <p:cNvSpPr/>
          <p:nvPr/>
        </p:nvSpPr>
        <p:spPr>
          <a:xfrm>
            <a:off x="7515547" y="2091463"/>
            <a:ext cx="3048771" cy="32670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3" name="Text Placeholder 7">
            <a:extLst>
              <a:ext uri="{FF2B5EF4-FFF2-40B4-BE49-F238E27FC236}">
                <a16:creationId xmlns:a16="http://schemas.microsoft.com/office/drawing/2014/main" id="{5A14188D-FA17-5B9A-E36D-CAAC34F2FCA9}"/>
              </a:ext>
            </a:extLst>
          </p:cNvPr>
          <p:cNvSpPr txBox="1">
            <a:spLocks/>
          </p:cNvSpPr>
          <p:nvPr/>
        </p:nvSpPr>
        <p:spPr>
          <a:xfrm>
            <a:off x="7515547" y="2106702"/>
            <a:ext cx="3048771" cy="280987"/>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pl-PL" sz="1600" dirty="0">
                <a:solidFill>
                  <a:schemeClr val="bg1"/>
                </a:solidFill>
                <a:latin typeface="Roboto Medium" panose="02000000000000000000" pitchFamily="2" charset="0"/>
                <a:ea typeface="Roboto Medium" panose="02000000000000000000" pitchFamily="2" charset="0"/>
              </a:rPr>
              <a:t>{{CustomerName}}</a:t>
            </a:r>
          </a:p>
        </p:txBody>
      </p:sp>
      <p:sp>
        <p:nvSpPr>
          <p:cNvPr id="11" name="Text Placeholder 5">
            <a:extLst>
              <a:ext uri="{FF2B5EF4-FFF2-40B4-BE49-F238E27FC236}">
                <a16:creationId xmlns:a16="http://schemas.microsoft.com/office/drawing/2014/main" id="{22A7CD4D-0A14-C3FA-A0BC-10FE8E12CB40}"/>
              </a:ext>
            </a:extLst>
          </p:cNvPr>
          <p:cNvSpPr txBox="1">
            <a:spLocks/>
          </p:cNvSpPr>
          <p:nvPr/>
        </p:nvSpPr>
        <p:spPr>
          <a:xfrm>
            <a:off x="1029813" y="3152001"/>
            <a:ext cx="3430546" cy="553998"/>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 typeface="Arial" panose="020B0604020202020204" pitchFamily="34" charset="0"/>
              <a:buNone/>
              <a:defRPr sz="3000" b="1" kern="1200">
                <a:solidFill>
                  <a:srgbClr val="20465F"/>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2pPr>
            <a:lvl3pPr marL="914400" indent="0" algn="l" defTabSz="914400" rtl="0" eaLnBrk="1" latinLnBrk="0" hangingPunct="1">
              <a:lnSpc>
                <a:spcPct val="90000"/>
              </a:lnSpc>
              <a:spcBef>
                <a:spcPts val="500"/>
              </a:spcBef>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3pPr>
            <a:lvl4pPr marL="1371600" indent="0" algn="l" defTabSz="914400" rtl="0" eaLnBrk="1" latinLnBrk="0" hangingPunct="1">
              <a:lnSpc>
                <a:spcPct val="90000"/>
              </a:lnSpc>
              <a:spcBef>
                <a:spcPts val="500"/>
              </a:spcBef>
              <a:buFont typeface="Arial" panose="020B0604020202020204" pitchFamily="34" charset="0"/>
              <a:buNone/>
              <a:defRPr sz="3600" b="1" i="1" kern="1200">
                <a:solidFill>
                  <a:schemeClr val="tx1"/>
                </a:solidFill>
                <a:latin typeface="Roboto" panose="02000000000000000000" pitchFamily="2" charset="0"/>
                <a:ea typeface="Roboto" panose="02000000000000000000" pitchFamily="2" charset="0"/>
                <a:cs typeface="+mn-cs"/>
              </a:defRPr>
            </a:lvl4pPr>
            <a:lvl5pPr marL="1828800" indent="0" algn="l" defTabSz="914400" rtl="0" eaLnBrk="1" latinLnBrk="0" hangingPunct="1">
              <a:lnSpc>
                <a:spcPct val="90000"/>
              </a:lnSpc>
              <a:spcBef>
                <a:spcPts val="500"/>
              </a:spcBef>
              <a:buFont typeface="Arial" panose="020B0604020202020204" pitchFamily="34" charset="0"/>
              <a:buNone/>
              <a:defRPr sz="3600" b="1" i="1" u="sng" kern="1200">
                <a:solidFill>
                  <a:schemeClr val="tx1"/>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sz="1800" b="0" dirty="0">
                <a:latin typeface="Roboto SemiBold" panose="02000000000000000000" pitchFamily="2" charset="0"/>
                <a:ea typeface="Roboto SemiBold" panose="02000000000000000000" pitchFamily="2" charset="0"/>
              </a:rPr>
              <a:t>Victor Mushkatin</a:t>
            </a:r>
          </a:p>
          <a:p>
            <a:pPr algn="ctr"/>
            <a:r>
              <a:rPr lang="en-US" sz="1800" b="0" dirty="0">
                <a:latin typeface="Roboto SemiBold" panose="02000000000000000000" pitchFamily="2" charset="0"/>
                <a:ea typeface="Roboto SemiBold" panose="02000000000000000000" pitchFamily="2" charset="0"/>
              </a:rPr>
              <a:t>vmushkatin@vboxcloud.com</a:t>
            </a:r>
            <a:endParaRPr lang="en-ZA" sz="1800" b="0" dirty="0">
              <a:latin typeface="Roboto SemiBold" panose="02000000000000000000" pitchFamily="2" charset="0"/>
              <a:ea typeface="Roboto SemiBold" panose="02000000000000000000" pitchFamily="2" charset="0"/>
            </a:endParaRPr>
          </a:p>
        </p:txBody>
      </p:sp>
      <p:sp>
        <p:nvSpPr>
          <p:cNvPr id="44" name="Text Placeholder 5">
            <a:extLst>
              <a:ext uri="{FF2B5EF4-FFF2-40B4-BE49-F238E27FC236}">
                <a16:creationId xmlns:a16="http://schemas.microsoft.com/office/drawing/2014/main" id="{8BB62D15-66AB-F2B1-B552-F50AC4B29F71}"/>
              </a:ext>
            </a:extLst>
          </p:cNvPr>
          <p:cNvSpPr txBox="1">
            <a:spLocks/>
          </p:cNvSpPr>
          <p:nvPr/>
        </p:nvSpPr>
        <p:spPr>
          <a:xfrm>
            <a:off x="6982532" y="3152001"/>
            <a:ext cx="4114800"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 typeface="Arial" panose="020B0604020202020204" pitchFamily="34" charset="0"/>
              <a:buNone/>
              <a:defRPr sz="3000" b="1" kern="1200">
                <a:solidFill>
                  <a:srgbClr val="20465F"/>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2pPr>
            <a:lvl3pPr marL="914400" indent="0" algn="l" defTabSz="914400" rtl="0" eaLnBrk="1" latinLnBrk="0" hangingPunct="1">
              <a:lnSpc>
                <a:spcPct val="90000"/>
              </a:lnSpc>
              <a:spcBef>
                <a:spcPts val="500"/>
              </a:spcBef>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3pPr>
            <a:lvl4pPr marL="1371600" indent="0" algn="l" defTabSz="914400" rtl="0" eaLnBrk="1" latinLnBrk="0" hangingPunct="1">
              <a:lnSpc>
                <a:spcPct val="90000"/>
              </a:lnSpc>
              <a:spcBef>
                <a:spcPts val="500"/>
              </a:spcBef>
              <a:buFont typeface="Arial" panose="020B0604020202020204" pitchFamily="34" charset="0"/>
              <a:buNone/>
              <a:defRPr sz="3600" b="1" i="1" kern="1200">
                <a:solidFill>
                  <a:schemeClr val="tx1"/>
                </a:solidFill>
                <a:latin typeface="Roboto" panose="02000000000000000000" pitchFamily="2" charset="0"/>
                <a:ea typeface="Roboto" panose="02000000000000000000" pitchFamily="2" charset="0"/>
                <a:cs typeface="+mn-cs"/>
              </a:defRPr>
            </a:lvl4pPr>
            <a:lvl5pPr marL="1828800" indent="0" algn="l" defTabSz="914400" rtl="0" eaLnBrk="1" latinLnBrk="0" hangingPunct="1">
              <a:lnSpc>
                <a:spcPct val="90000"/>
              </a:lnSpc>
              <a:spcBef>
                <a:spcPts val="500"/>
              </a:spcBef>
              <a:buFont typeface="Arial" panose="020B0604020202020204" pitchFamily="34" charset="0"/>
              <a:buNone/>
              <a:defRPr sz="3600" b="1" i="1" u="sng" kern="1200">
                <a:solidFill>
                  <a:schemeClr val="tx1"/>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sz="1800" b="0" dirty="0" smtClean="0">
                <a:latin typeface="Roboto SemiBold" panose="02000000000000000000" pitchFamily="2" charset="0"/>
                <a:ea typeface="Roboto SemiBold" panose="02000000000000000000" pitchFamily="2" charset="0"/>
              </a:rPr>
              <a:t>{{</a:t>
            </a:r>
            <a:r>
              <a:rPr lang="en-US" sz="1800" b="0" dirty="0" err="1" smtClean="0">
                <a:latin typeface="Roboto SemiBold" panose="02000000000000000000" pitchFamily="2" charset="0"/>
                <a:ea typeface="Roboto SemiBold" panose="02000000000000000000" pitchFamily="2" charset="0"/>
              </a:rPr>
              <a:t>CustomerTeam</a:t>
            </a:r>
            <a:r>
              <a:rPr lang="en-US" sz="1800" b="0" smtClean="0">
                <a:latin typeface="Roboto SemiBold" panose="02000000000000000000" pitchFamily="2" charset="0"/>
                <a:ea typeface="Roboto SemiBold" panose="02000000000000000000" pitchFamily="2" charset="0"/>
              </a:rPr>
              <a:t>}}</a:t>
            </a:r>
            <a:endParaRPr lang="en-ZA" sz="1800" b="0" dirty="0">
              <a:latin typeface="Roboto SemiBold" panose="02000000000000000000" pitchFamily="2" charset="0"/>
              <a:ea typeface="Roboto SemiBold" panose="02000000000000000000" pitchFamily="2" charset="0"/>
            </a:endParaRPr>
          </a:p>
        </p:txBody>
      </p:sp>
      <p:pic>
        <p:nvPicPr>
          <p:cNvPr id="2" name="Picture 1" descr="A logo with a light bulb and flames&#10;&#10;AI-generated content may be incorrect.">
            <a:extLst>
              <a:ext uri="{FF2B5EF4-FFF2-40B4-BE49-F238E27FC236}">
                <a16:creationId xmlns:a16="http://schemas.microsoft.com/office/drawing/2014/main" id="{35C36B66-2CF7-39FF-9E49-8CF707FB166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27682" y="1586396"/>
            <a:ext cx="1837413" cy="866844"/>
          </a:xfrm>
          <a:prstGeom prst="rect">
            <a:avLst/>
          </a:prstGeom>
        </p:spPr>
      </p:pic>
      <p:pic>
        <p:nvPicPr>
          <p:cNvPr id="9" name="Picture 8" descr="customerLogo">
            <a:extLst>
              <a:ext uri="{FF2B5EF4-FFF2-40B4-BE49-F238E27FC236}">
                <a16:creationId xmlns:a16="http://schemas.microsoft.com/office/drawing/2014/main" id="{5019BABA-C1C4-E0B7-99EB-E96A5F16FB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35331" y="109331"/>
            <a:ext cx="2809202" cy="1872801"/>
          </a:xfrm>
          <a:prstGeom prst="rect">
            <a:avLst/>
          </a:prstGeom>
        </p:spPr>
      </p:pic>
    </p:spTree>
    <p:extLst>
      <p:ext uri="{BB962C8B-B14F-4D97-AF65-F5344CB8AC3E}">
        <p14:creationId xmlns:p14="http://schemas.microsoft.com/office/powerpoint/2010/main" val="23733959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E5F79446-C075-FBA9-CDD7-71E49C02A03C}"/>
              </a:ext>
            </a:extLst>
          </p:cNvPr>
          <p:cNvSpPr>
            <a:spLocks noGrp="1"/>
          </p:cNvSpPr>
          <p:nvPr>
            <p:ph type="body" sz="quarter" idx="10"/>
          </p:nvPr>
        </p:nvSpPr>
        <p:spPr>
          <a:xfrm>
            <a:off x="517980" y="764864"/>
            <a:ext cx="2263320" cy="461665"/>
          </a:xfrm>
        </p:spPr>
        <p:txBody>
          <a:bodyPr/>
          <a:lstStyle/>
          <a:p>
            <a:r>
              <a:rPr lang="pl-PL"/>
              <a:t>Agenda</a:t>
            </a:r>
            <a:endParaRPr lang="en-ZA"/>
          </a:p>
        </p:txBody>
      </p:sp>
      <p:sp>
        <p:nvSpPr>
          <p:cNvPr id="7" name="Text Placeholder 6">
            <a:extLst>
              <a:ext uri="{FF2B5EF4-FFF2-40B4-BE49-F238E27FC236}">
                <a16:creationId xmlns:a16="http://schemas.microsoft.com/office/drawing/2014/main" id="{CBCCAEEC-D2D4-B32B-45CD-380FFAB44E15}"/>
              </a:ext>
            </a:extLst>
          </p:cNvPr>
          <p:cNvSpPr>
            <a:spLocks noGrp="1"/>
          </p:cNvSpPr>
          <p:nvPr>
            <p:ph type="body" sz="quarter" idx="11"/>
          </p:nvPr>
        </p:nvSpPr>
        <p:spPr>
          <a:xfrm>
            <a:off x="536267" y="498315"/>
            <a:ext cx="2928827" cy="492443"/>
          </a:xfrm>
        </p:spPr>
        <p:txBody>
          <a:bodyPr/>
          <a:lstStyle/>
          <a:p>
            <a:r>
              <a:rPr lang="pl-PL"/>
              <a:t>Azure Cost </a:t>
            </a:r>
            <a:r>
              <a:rPr lang="en-US"/>
              <a:t>Implementation </a:t>
            </a:r>
            <a:r>
              <a:rPr lang="pl-PL"/>
              <a:t>Kickoff</a:t>
            </a:r>
            <a:endParaRPr lang="en-ZA"/>
          </a:p>
          <a:p>
            <a:endParaRPr lang="en-ZA"/>
          </a:p>
        </p:txBody>
      </p:sp>
      <p:sp>
        <p:nvSpPr>
          <p:cNvPr id="8" name="Text Placeholder 7">
            <a:extLst>
              <a:ext uri="{FF2B5EF4-FFF2-40B4-BE49-F238E27FC236}">
                <a16:creationId xmlns:a16="http://schemas.microsoft.com/office/drawing/2014/main" id="{E15BAB81-0FF2-CECB-3A1E-DB29A2FA86A4}"/>
              </a:ext>
            </a:extLst>
          </p:cNvPr>
          <p:cNvSpPr>
            <a:spLocks noGrp="1"/>
          </p:cNvSpPr>
          <p:nvPr>
            <p:ph type="body" sz="quarter" idx="12"/>
          </p:nvPr>
        </p:nvSpPr>
        <p:spPr>
          <a:xfrm>
            <a:off x="5450893" y="3739014"/>
            <a:ext cx="1569466" cy="647250"/>
          </a:xfrm>
        </p:spPr>
        <p:txBody>
          <a:bodyPr>
            <a:normAutofit/>
          </a:bodyPr>
          <a:lstStyle/>
          <a:p>
            <a:pPr algn="ctr">
              <a:lnSpc>
                <a:spcPct val="100000"/>
              </a:lnSpc>
            </a:pPr>
            <a:r>
              <a:rPr lang="en-US" dirty="0">
                <a:latin typeface="Roboto Medium" panose="02000000000000000000" pitchFamily="2" charset="0"/>
                <a:ea typeface="Roboto Medium" panose="02000000000000000000" pitchFamily="2" charset="0"/>
              </a:rPr>
              <a:t>ROB &amp; Timeline</a:t>
            </a:r>
          </a:p>
        </p:txBody>
      </p:sp>
      <p:pic>
        <p:nvPicPr>
          <p:cNvPr id="10" name="Graphic 9">
            <a:extLst>
              <a:ext uri="{FF2B5EF4-FFF2-40B4-BE49-F238E27FC236}">
                <a16:creationId xmlns:a16="http://schemas.microsoft.com/office/drawing/2014/main" id="{FA4A7198-9DDB-037E-8A84-19E62CBB35F6}"/>
              </a:ext>
            </a:extLst>
          </p:cNvPr>
          <p:cNvPicPr>
            <a:picLocks noChangeAspect="1"/>
          </p:cNvPicPr>
          <p:nvPr/>
        </p:nvPicPr>
        <p:blipFill>
          <a:blip r:embed="rId2">
            <a:extLst>
              <a:ext uri="{96DAC541-7B7A-43D3-8B79-37D633B846F1}">
                <asvg:svgBlip xmlns:asvg="http://schemas.microsoft.com/office/drawing/2016/SVG/main" xmlns="" r:embed="rId3"/>
              </a:ext>
            </a:extLst>
          </a:blip>
          <a:stretch>
            <a:fillRect/>
          </a:stretch>
        </p:blipFill>
        <p:spPr>
          <a:xfrm>
            <a:off x="5834687" y="2666286"/>
            <a:ext cx="801878" cy="801878"/>
          </a:xfrm>
          <a:prstGeom prst="rect">
            <a:avLst/>
          </a:prstGeom>
        </p:spPr>
      </p:pic>
      <p:grpSp>
        <p:nvGrpSpPr>
          <p:cNvPr id="9" name="Group 8">
            <a:extLst>
              <a:ext uri="{FF2B5EF4-FFF2-40B4-BE49-F238E27FC236}">
                <a16:creationId xmlns:a16="http://schemas.microsoft.com/office/drawing/2014/main" id="{5213ECBD-E070-A9DB-6184-4B49D95C0304}"/>
              </a:ext>
            </a:extLst>
          </p:cNvPr>
          <p:cNvGrpSpPr/>
          <p:nvPr/>
        </p:nvGrpSpPr>
        <p:grpSpPr>
          <a:xfrm>
            <a:off x="1743865" y="2750351"/>
            <a:ext cx="1322030" cy="1728669"/>
            <a:chOff x="1361093" y="2734779"/>
            <a:chExt cx="1322030" cy="1728669"/>
          </a:xfrm>
        </p:grpSpPr>
        <p:sp>
          <p:nvSpPr>
            <p:cNvPr id="2" name="Text Placeholder 7">
              <a:extLst>
                <a:ext uri="{FF2B5EF4-FFF2-40B4-BE49-F238E27FC236}">
                  <a16:creationId xmlns:a16="http://schemas.microsoft.com/office/drawing/2014/main" id="{CCB647F7-1305-181E-B0F3-76CFEFD312BA}"/>
                </a:ext>
              </a:extLst>
            </p:cNvPr>
            <p:cNvSpPr txBox="1">
              <a:spLocks/>
            </p:cNvSpPr>
            <p:nvPr/>
          </p:nvSpPr>
          <p:spPr>
            <a:xfrm>
              <a:off x="1361093" y="3705682"/>
              <a:ext cx="1322030" cy="757766"/>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10000"/>
                </a:lnSpc>
              </a:pPr>
              <a:r>
                <a:rPr lang="en-US" dirty="0">
                  <a:latin typeface="Roboto Medium" panose="02000000000000000000" pitchFamily="2" charset="0"/>
                  <a:ea typeface="Roboto Medium" panose="02000000000000000000" pitchFamily="2" charset="0"/>
                </a:rPr>
                <a:t>Meet the Team</a:t>
              </a:r>
            </a:p>
          </p:txBody>
        </p:sp>
        <p:pic>
          <p:nvPicPr>
            <p:cNvPr id="12" name="Graphic 11">
              <a:extLst>
                <a:ext uri="{FF2B5EF4-FFF2-40B4-BE49-F238E27FC236}">
                  <a16:creationId xmlns:a16="http://schemas.microsoft.com/office/drawing/2014/main" id="{12B6AC8F-6D4F-E194-93B8-E99B0C12F1E1}"/>
                </a:ext>
              </a:extLst>
            </p:cNvPr>
            <p:cNvPicPr>
              <a:picLocks noChangeAspect="1"/>
            </p:cNvPicPr>
            <p:nvPr/>
          </p:nvPicPr>
          <p:blipFill>
            <a:blip r:embed="rId4">
              <a:extLst>
                <a:ext uri="{96DAC541-7B7A-43D3-8B79-37D633B846F1}">
                  <asvg:svgBlip xmlns:asvg="http://schemas.microsoft.com/office/drawing/2016/SVG/main" xmlns="" r:embed="rId5"/>
                </a:ext>
              </a:extLst>
            </a:blip>
            <a:stretch>
              <a:fillRect/>
            </a:stretch>
          </p:blipFill>
          <p:spPr>
            <a:xfrm>
              <a:off x="1616914" y="2734779"/>
              <a:ext cx="810388" cy="757766"/>
            </a:xfrm>
            <a:prstGeom prst="rect">
              <a:avLst/>
            </a:prstGeom>
          </p:spPr>
        </p:pic>
      </p:grpSp>
      <p:grpSp>
        <p:nvGrpSpPr>
          <p:cNvPr id="11" name="Group 10">
            <a:extLst>
              <a:ext uri="{FF2B5EF4-FFF2-40B4-BE49-F238E27FC236}">
                <a16:creationId xmlns:a16="http://schemas.microsoft.com/office/drawing/2014/main" id="{6338987C-23B1-FE08-EBF7-78310C6EB800}"/>
              </a:ext>
            </a:extLst>
          </p:cNvPr>
          <p:cNvGrpSpPr/>
          <p:nvPr/>
        </p:nvGrpSpPr>
        <p:grpSpPr>
          <a:xfrm>
            <a:off x="3594129" y="2859820"/>
            <a:ext cx="1577514" cy="1526444"/>
            <a:chOff x="3248825" y="2638774"/>
            <a:chExt cx="1577514" cy="1526444"/>
          </a:xfrm>
        </p:grpSpPr>
        <p:sp>
          <p:nvSpPr>
            <p:cNvPr id="3" name="Text Placeholder 7">
              <a:extLst>
                <a:ext uri="{FF2B5EF4-FFF2-40B4-BE49-F238E27FC236}">
                  <a16:creationId xmlns:a16="http://schemas.microsoft.com/office/drawing/2014/main" id="{E1295A58-95F6-37F7-877F-07BFE9C53784}"/>
                </a:ext>
              </a:extLst>
            </p:cNvPr>
            <p:cNvSpPr txBox="1">
              <a:spLocks/>
            </p:cNvSpPr>
            <p:nvPr/>
          </p:nvSpPr>
          <p:spPr>
            <a:xfrm>
              <a:off x="3248825" y="3705682"/>
              <a:ext cx="1577514" cy="459536"/>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a:latin typeface="Roboto Medium" panose="02000000000000000000" pitchFamily="2" charset="0"/>
                  <a:ea typeface="Roboto Medium" panose="02000000000000000000" pitchFamily="2" charset="0"/>
                </a:rPr>
                <a:t>Scoping</a:t>
              </a:r>
            </a:p>
          </p:txBody>
        </p:sp>
        <p:pic>
          <p:nvPicPr>
            <p:cNvPr id="14" name="Graphic 13">
              <a:extLst>
                <a:ext uri="{FF2B5EF4-FFF2-40B4-BE49-F238E27FC236}">
                  <a16:creationId xmlns:a16="http://schemas.microsoft.com/office/drawing/2014/main" id="{F24AB8A2-F473-2D7E-A0A0-1862EB988437}"/>
                </a:ext>
              </a:extLst>
            </p:cNvPr>
            <p:cNvPicPr>
              <a:picLocks noChangeAspect="1"/>
            </p:cNvPicPr>
            <p:nvPr/>
          </p:nvPicPr>
          <p:blipFill>
            <a:blip r:embed="rId6">
              <a:extLst>
                <a:ext uri="{96DAC541-7B7A-43D3-8B79-37D633B846F1}">
                  <asvg:svgBlip xmlns:asvg="http://schemas.microsoft.com/office/drawing/2016/SVG/main" xmlns="" r:embed="rId7"/>
                </a:ext>
              </a:extLst>
            </a:blip>
            <a:stretch>
              <a:fillRect/>
            </a:stretch>
          </p:blipFill>
          <p:spPr>
            <a:xfrm>
              <a:off x="3626665" y="2638774"/>
              <a:ext cx="821834" cy="821834"/>
            </a:xfrm>
            <a:prstGeom prst="rect">
              <a:avLst/>
            </a:prstGeom>
          </p:spPr>
        </p:pic>
      </p:grpSp>
      <p:grpSp>
        <p:nvGrpSpPr>
          <p:cNvPr id="15" name="Group 14">
            <a:extLst>
              <a:ext uri="{FF2B5EF4-FFF2-40B4-BE49-F238E27FC236}">
                <a16:creationId xmlns:a16="http://schemas.microsoft.com/office/drawing/2014/main" id="{66C5C79D-E3DB-5335-3CB9-3671C4CDEA61}"/>
              </a:ext>
            </a:extLst>
          </p:cNvPr>
          <p:cNvGrpSpPr/>
          <p:nvPr/>
        </p:nvGrpSpPr>
        <p:grpSpPr>
          <a:xfrm>
            <a:off x="9507857" y="2859820"/>
            <a:ext cx="914402" cy="1338222"/>
            <a:chOff x="9463407" y="2844248"/>
            <a:chExt cx="914402" cy="1338222"/>
          </a:xfrm>
        </p:grpSpPr>
        <p:sp>
          <p:nvSpPr>
            <p:cNvPr id="5" name="Text Placeholder 7">
              <a:extLst>
                <a:ext uri="{FF2B5EF4-FFF2-40B4-BE49-F238E27FC236}">
                  <a16:creationId xmlns:a16="http://schemas.microsoft.com/office/drawing/2014/main" id="{77FF8169-2521-3577-594F-B9539DF1C9D0}"/>
                </a:ext>
              </a:extLst>
            </p:cNvPr>
            <p:cNvSpPr txBox="1">
              <a:spLocks/>
            </p:cNvSpPr>
            <p:nvPr/>
          </p:nvSpPr>
          <p:spPr>
            <a:xfrm>
              <a:off x="9506632" y="3722934"/>
              <a:ext cx="827952" cy="459536"/>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dirty="0">
                  <a:latin typeface="Roboto Medium" panose="02000000000000000000" pitchFamily="2" charset="0"/>
                  <a:ea typeface="Roboto Medium" panose="02000000000000000000" pitchFamily="2" charset="0"/>
                </a:rPr>
                <a:t>Q&amp;A</a:t>
              </a:r>
            </a:p>
          </p:txBody>
        </p:sp>
        <p:pic>
          <p:nvPicPr>
            <p:cNvPr id="16" name="Graphic 15">
              <a:extLst>
                <a:ext uri="{FF2B5EF4-FFF2-40B4-BE49-F238E27FC236}">
                  <a16:creationId xmlns:a16="http://schemas.microsoft.com/office/drawing/2014/main" id="{D23532D7-5C16-21DC-2E0A-AC04542B0338}"/>
                </a:ext>
              </a:extLst>
            </p:cNvPr>
            <p:cNvPicPr>
              <a:picLocks noChangeAspect="1"/>
            </p:cNvPicPr>
            <p:nvPr/>
          </p:nvPicPr>
          <p:blipFill>
            <a:blip r:embed="rId8">
              <a:extLst>
                <a:ext uri="{96DAC541-7B7A-43D3-8B79-37D633B846F1}">
                  <asvg:svgBlip xmlns:asvg="http://schemas.microsoft.com/office/drawing/2016/SVG/main" xmlns="" r:embed="rId9"/>
                </a:ext>
              </a:extLst>
            </a:blip>
            <a:stretch>
              <a:fillRect/>
            </a:stretch>
          </p:blipFill>
          <p:spPr>
            <a:xfrm>
              <a:off x="9463407" y="2844248"/>
              <a:ext cx="914402" cy="622852"/>
            </a:xfrm>
            <a:prstGeom prst="rect">
              <a:avLst/>
            </a:prstGeom>
          </p:spPr>
        </p:pic>
      </p:grpSp>
      <p:grpSp>
        <p:nvGrpSpPr>
          <p:cNvPr id="13" name="Group 12">
            <a:extLst>
              <a:ext uri="{FF2B5EF4-FFF2-40B4-BE49-F238E27FC236}">
                <a16:creationId xmlns:a16="http://schemas.microsoft.com/office/drawing/2014/main" id="{77FEE79E-83AE-E124-29E0-55CD2904DABC}"/>
              </a:ext>
            </a:extLst>
          </p:cNvPr>
          <p:cNvGrpSpPr/>
          <p:nvPr/>
        </p:nvGrpSpPr>
        <p:grpSpPr>
          <a:xfrm>
            <a:off x="7255787" y="2666286"/>
            <a:ext cx="1716262" cy="1719978"/>
            <a:chOff x="7433499" y="2632954"/>
            <a:chExt cx="1716262" cy="1719978"/>
          </a:xfrm>
        </p:grpSpPr>
        <p:sp>
          <p:nvSpPr>
            <p:cNvPr id="4" name="Text Placeholder 7">
              <a:extLst>
                <a:ext uri="{FF2B5EF4-FFF2-40B4-BE49-F238E27FC236}">
                  <a16:creationId xmlns:a16="http://schemas.microsoft.com/office/drawing/2014/main" id="{0FB2AA00-A54A-3126-00B0-1BDDE0E43A78}"/>
                </a:ext>
              </a:extLst>
            </p:cNvPr>
            <p:cNvSpPr txBox="1">
              <a:spLocks/>
            </p:cNvSpPr>
            <p:nvPr/>
          </p:nvSpPr>
          <p:spPr>
            <a:xfrm>
              <a:off x="7433499" y="3705682"/>
              <a:ext cx="1716262" cy="647250"/>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atin typeface="Roboto Medium" panose="02000000000000000000" pitchFamily="2" charset="0"/>
                  <a:ea typeface="Roboto Medium" panose="02000000000000000000" pitchFamily="2" charset="0"/>
                </a:rPr>
                <a:t> </a:t>
              </a:r>
              <a:r>
                <a:rPr lang="en-US" err="1">
                  <a:latin typeface="Roboto Medium" panose="02000000000000000000" pitchFamily="2" charset="0"/>
                  <a:ea typeface="Roboto Medium" panose="02000000000000000000" pitchFamily="2" charset="0"/>
                </a:rPr>
                <a:t>vBox</a:t>
              </a:r>
              <a:r>
                <a:rPr lang="en-US">
                  <a:latin typeface="Roboto Medium" panose="02000000000000000000" pitchFamily="2" charset="0"/>
                  <a:ea typeface="Roboto Medium" panose="02000000000000000000" pitchFamily="2" charset="0"/>
                </a:rPr>
                <a:t> Access &amp; Demo</a:t>
              </a:r>
            </a:p>
          </p:txBody>
        </p:sp>
        <p:pic>
          <p:nvPicPr>
            <p:cNvPr id="20" name="Graphic 19">
              <a:extLst>
                <a:ext uri="{FF2B5EF4-FFF2-40B4-BE49-F238E27FC236}">
                  <a16:creationId xmlns:a16="http://schemas.microsoft.com/office/drawing/2014/main" id="{5D990C5B-3990-FB4C-9F2C-64F0E9A0501C}"/>
                </a:ext>
              </a:extLst>
            </p:cNvPr>
            <p:cNvPicPr>
              <a:picLocks noChangeAspect="1"/>
            </p:cNvPicPr>
            <p:nvPr/>
          </p:nvPicPr>
          <p:blipFill>
            <a:blip r:embed="rId10">
              <a:extLst>
                <a:ext uri="{96DAC541-7B7A-43D3-8B79-37D633B846F1}">
                  <asvg:svgBlip xmlns:asvg="http://schemas.microsoft.com/office/drawing/2016/SVG/main" xmlns="" r:embed="rId11"/>
                </a:ext>
              </a:extLst>
            </a:blip>
            <a:stretch>
              <a:fillRect/>
            </a:stretch>
          </p:blipFill>
          <p:spPr>
            <a:xfrm>
              <a:off x="7887440" y="2632954"/>
              <a:ext cx="808380" cy="764684"/>
            </a:xfrm>
            <a:prstGeom prst="rect">
              <a:avLst/>
            </a:prstGeom>
          </p:spPr>
        </p:pic>
      </p:grpSp>
    </p:spTree>
    <p:extLst>
      <p:ext uri="{BB962C8B-B14F-4D97-AF65-F5344CB8AC3E}">
        <p14:creationId xmlns:p14="http://schemas.microsoft.com/office/powerpoint/2010/main" val="30110310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9A89127-4A32-E973-EE96-770AD73E6B30}"/>
              </a:ext>
            </a:extLst>
          </p:cNvPr>
          <p:cNvSpPr>
            <a:spLocks noGrp="1"/>
          </p:cNvSpPr>
          <p:nvPr>
            <p:ph type="body" sz="quarter" idx="10"/>
          </p:nvPr>
        </p:nvSpPr>
        <p:spPr/>
        <p:txBody>
          <a:bodyPr/>
          <a:lstStyle/>
          <a:p>
            <a:r>
              <a:rPr lang="en-US" dirty="0"/>
              <a:t>Scope</a:t>
            </a:r>
          </a:p>
        </p:txBody>
      </p:sp>
      <p:sp>
        <p:nvSpPr>
          <p:cNvPr id="3" name="Text Placeholder 2">
            <a:extLst>
              <a:ext uri="{FF2B5EF4-FFF2-40B4-BE49-F238E27FC236}">
                <a16:creationId xmlns:a16="http://schemas.microsoft.com/office/drawing/2014/main" id="{5715444E-5244-8C95-7BB5-17CD79957C05}"/>
              </a:ext>
            </a:extLst>
          </p:cNvPr>
          <p:cNvSpPr>
            <a:spLocks noGrp="1"/>
          </p:cNvSpPr>
          <p:nvPr>
            <p:ph type="body" sz="quarter" idx="11"/>
          </p:nvPr>
        </p:nvSpPr>
        <p:spPr>
          <a:xfrm>
            <a:off x="536268" y="498314"/>
            <a:ext cx="8735748" cy="246221"/>
          </a:xfrm>
        </p:spPr>
        <p:txBody>
          <a:bodyPr/>
          <a:lstStyle/>
          <a:p>
            <a:r>
              <a:rPr lang="pl-PL" dirty="0"/>
              <a:t>Azure Cost </a:t>
            </a:r>
            <a:r>
              <a:rPr lang="en-US" dirty="0"/>
              <a:t>Implementation </a:t>
            </a:r>
            <a:r>
              <a:rPr lang="pl-PL" dirty="0"/>
              <a:t>Kickoff</a:t>
            </a:r>
            <a:endParaRPr lang="en-US" dirty="0"/>
          </a:p>
        </p:txBody>
      </p:sp>
      <p:pic>
        <p:nvPicPr>
          <p:cNvPr id="5" name="Picture 4">
            <a:extLst>
              <a:ext uri="{FF2B5EF4-FFF2-40B4-BE49-F238E27FC236}">
                <a16:creationId xmlns:a16="http://schemas.microsoft.com/office/drawing/2014/main" id="{0ADEFA18-4A69-0A2B-BE10-8C91D4D4309A}"/>
              </a:ext>
            </a:extLst>
          </p:cNvPr>
          <p:cNvPicPr>
            <a:picLocks noChangeAspect="1"/>
          </p:cNvPicPr>
          <p:nvPr/>
        </p:nvPicPr>
        <p:blipFill>
          <a:blip r:embed="rId2"/>
          <a:stretch>
            <a:fillRect/>
          </a:stretch>
        </p:blipFill>
        <p:spPr>
          <a:xfrm>
            <a:off x="1018466" y="2252498"/>
            <a:ext cx="10155067" cy="2353003"/>
          </a:xfrm>
          <a:prstGeom prst="rect">
            <a:avLst/>
          </a:prstGeom>
        </p:spPr>
      </p:pic>
    </p:spTree>
    <p:extLst>
      <p:ext uri="{BB962C8B-B14F-4D97-AF65-F5344CB8AC3E}">
        <p14:creationId xmlns:p14="http://schemas.microsoft.com/office/powerpoint/2010/main" val="18962170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E5F79446-C075-FBA9-CDD7-71E49C02A03C}"/>
              </a:ext>
            </a:extLst>
          </p:cNvPr>
          <p:cNvSpPr>
            <a:spLocks noGrp="1"/>
          </p:cNvSpPr>
          <p:nvPr>
            <p:ph type="body" sz="quarter" idx="10"/>
          </p:nvPr>
        </p:nvSpPr>
        <p:spPr>
          <a:xfrm>
            <a:off x="517980" y="764864"/>
            <a:ext cx="4530270" cy="461665"/>
          </a:xfrm>
        </p:spPr>
        <p:txBody>
          <a:bodyPr/>
          <a:lstStyle/>
          <a:p>
            <a:r>
              <a:rPr lang="en-ZA"/>
              <a:t>ROB &amp; Timeline</a:t>
            </a:r>
          </a:p>
        </p:txBody>
      </p:sp>
      <p:sp>
        <p:nvSpPr>
          <p:cNvPr id="7" name="Text Placeholder 6">
            <a:extLst>
              <a:ext uri="{FF2B5EF4-FFF2-40B4-BE49-F238E27FC236}">
                <a16:creationId xmlns:a16="http://schemas.microsoft.com/office/drawing/2014/main" id="{CBCCAEEC-D2D4-B32B-45CD-380FFAB44E15}"/>
              </a:ext>
            </a:extLst>
          </p:cNvPr>
          <p:cNvSpPr>
            <a:spLocks noGrp="1"/>
          </p:cNvSpPr>
          <p:nvPr>
            <p:ph type="body" sz="quarter" idx="11"/>
          </p:nvPr>
        </p:nvSpPr>
        <p:spPr>
          <a:xfrm>
            <a:off x="536268" y="498314"/>
            <a:ext cx="3057164" cy="492443"/>
          </a:xfrm>
        </p:spPr>
        <p:txBody>
          <a:bodyPr/>
          <a:lstStyle/>
          <a:p>
            <a:r>
              <a:rPr lang="pl-PL"/>
              <a:t>Azure Cost </a:t>
            </a:r>
            <a:r>
              <a:rPr lang="en-US"/>
              <a:t>Implementation </a:t>
            </a:r>
            <a:r>
              <a:rPr lang="pl-PL"/>
              <a:t>Kickoff</a:t>
            </a:r>
            <a:endParaRPr lang="en-ZA"/>
          </a:p>
        </p:txBody>
      </p:sp>
      <p:sp>
        <p:nvSpPr>
          <p:cNvPr id="8" name="Text Placeholder 7">
            <a:extLst>
              <a:ext uri="{FF2B5EF4-FFF2-40B4-BE49-F238E27FC236}">
                <a16:creationId xmlns:a16="http://schemas.microsoft.com/office/drawing/2014/main" id="{E15BAB81-0FF2-CECB-3A1E-DB29A2FA86A4}"/>
              </a:ext>
            </a:extLst>
          </p:cNvPr>
          <p:cNvSpPr>
            <a:spLocks noGrp="1"/>
          </p:cNvSpPr>
          <p:nvPr>
            <p:ph type="body" sz="quarter" idx="12"/>
          </p:nvPr>
        </p:nvSpPr>
        <p:spPr>
          <a:xfrm>
            <a:off x="895965" y="2166235"/>
            <a:ext cx="8304569" cy="3289799"/>
          </a:xfrm>
        </p:spPr>
        <p:txBody>
          <a:bodyPr vert="horz" lIns="91440" tIns="45720" rIns="91440" bIns="45720" rtlCol="0" anchor="t">
            <a:noAutofit/>
          </a:bodyPr>
          <a:lstStyle/>
          <a:p>
            <a:pPr marL="285750" indent="-285750">
              <a:lnSpc>
                <a:spcPct val="100000"/>
              </a:lnSpc>
              <a:buFont typeface="Arial" panose="020B0604020202020204" pitchFamily="34" charset="0"/>
              <a:buChar char="•"/>
            </a:pPr>
            <a:r>
              <a:rPr lang="en-US" dirty="0"/>
              <a:t>Duration: 8 weeks engagement</a:t>
            </a:r>
          </a:p>
          <a:p>
            <a:pPr marL="285750" indent="-285750">
              <a:lnSpc>
                <a:spcPct val="100000"/>
              </a:lnSpc>
              <a:buFont typeface="Arial" panose="020B0604020202020204" pitchFamily="34" charset="0"/>
              <a:buChar char="•"/>
            </a:pPr>
            <a:r>
              <a:rPr lang="en-US" dirty="0"/>
              <a:t>Rhythm of Business (ROB):</a:t>
            </a:r>
          </a:p>
          <a:p>
            <a:pPr marL="800100" lvl="1" indent="-342900">
              <a:lnSpc>
                <a:spcPct val="100000"/>
              </a:lnSpc>
              <a:buFont typeface="+mj-lt"/>
              <a:buAutoNum type="arabicPeriod"/>
            </a:pPr>
            <a:r>
              <a:rPr lang="en-US" dirty="0"/>
              <a:t>On-boarding call/vBox setup</a:t>
            </a:r>
          </a:p>
          <a:p>
            <a:pPr marL="800100" lvl="1" indent="-342900">
              <a:lnSpc>
                <a:spcPct val="100000"/>
              </a:lnSpc>
              <a:buFont typeface="+mj-lt"/>
              <a:buAutoNum type="arabicPeriod"/>
            </a:pPr>
            <a:r>
              <a:rPr lang="en-US" dirty="0"/>
              <a:t>Kick off call/user on-boarding + program overview + initial scope definition</a:t>
            </a:r>
          </a:p>
          <a:p>
            <a:pPr marL="800100" lvl="1" indent="-342900">
              <a:lnSpc>
                <a:spcPct val="100000"/>
              </a:lnSpc>
              <a:buFont typeface="+mj-lt"/>
              <a:buAutoNum type="arabicPeriod"/>
            </a:pPr>
            <a:r>
              <a:rPr lang="en-US" dirty="0"/>
              <a:t>Weekly execution calls (6) to identify areas for improvement, assign tasks for customer team to execute on and review execution progress/blockers:</a:t>
            </a:r>
          </a:p>
          <a:p>
            <a:pPr marL="1200150" lvl="2" indent="-285750">
              <a:lnSpc>
                <a:spcPct val="100000"/>
              </a:lnSpc>
              <a:buFont typeface="Arial" panose="020B0604020202020204" pitchFamily="34" charset="0"/>
              <a:buChar char="•"/>
            </a:pPr>
            <a:r>
              <a:rPr lang="en-US" dirty="0"/>
              <a:t>Week 1: Kick-off meeting</a:t>
            </a:r>
          </a:p>
          <a:p>
            <a:pPr marL="1200150" lvl="2" indent="-285750">
              <a:lnSpc>
                <a:spcPct val="100000"/>
              </a:lnSpc>
              <a:buFont typeface="Arial" panose="020B0604020202020204" pitchFamily="34" charset="0"/>
              <a:buChar char="•"/>
            </a:pPr>
            <a:r>
              <a:rPr lang="en-US" dirty="0"/>
              <a:t>Week 2-5: Recommendations overview </a:t>
            </a:r>
          </a:p>
          <a:p>
            <a:pPr marL="1200150" lvl="2" indent="-285750">
              <a:lnSpc>
                <a:spcPct val="100000"/>
              </a:lnSpc>
              <a:buFont typeface="Arial" panose="020B0604020202020204" pitchFamily="34" charset="0"/>
              <a:buChar char="•"/>
            </a:pPr>
            <a:r>
              <a:rPr lang="en-US" dirty="0"/>
              <a:t>Week 6-7: Address customer’s special requests</a:t>
            </a:r>
          </a:p>
          <a:p>
            <a:pPr marL="1200150" lvl="2" indent="-285750">
              <a:lnSpc>
                <a:spcPct val="100000"/>
              </a:lnSpc>
              <a:buFont typeface="Arial" panose="020B0604020202020204" pitchFamily="34" charset="0"/>
              <a:buChar char="•"/>
            </a:pPr>
            <a:r>
              <a:rPr lang="en-US" dirty="0"/>
              <a:t>Week 8: Project Results Review</a:t>
            </a:r>
            <a:endParaRPr lang="en-US" dirty="0">
              <a:ea typeface="Roboto"/>
              <a:cs typeface="Roboto"/>
            </a:endParaRPr>
          </a:p>
        </p:txBody>
      </p:sp>
      <p:sp>
        <p:nvSpPr>
          <p:cNvPr id="2" name="Rectangle: Rounded Corners 1">
            <a:extLst>
              <a:ext uri="{FF2B5EF4-FFF2-40B4-BE49-F238E27FC236}">
                <a16:creationId xmlns:a16="http://schemas.microsoft.com/office/drawing/2014/main" id="{7E0B0B98-9D15-FD65-3BB0-B885266880FA}"/>
              </a:ext>
            </a:extLst>
          </p:cNvPr>
          <p:cNvSpPr/>
          <p:nvPr/>
        </p:nvSpPr>
        <p:spPr>
          <a:xfrm>
            <a:off x="536268" y="1781175"/>
            <a:ext cx="11160432" cy="4059920"/>
          </a:xfrm>
          <a:prstGeom prst="roundRect">
            <a:avLst>
              <a:gd name="adj" fmla="val 7895"/>
            </a:avLst>
          </a:prstGeom>
          <a:noFill/>
          <a:ln w="28575">
            <a:solidFill>
              <a:srgbClr val="DEDE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Tree>
    <p:extLst>
      <p:ext uri="{BB962C8B-B14F-4D97-AF65-F5344CB8AC3E}">
        <p14:creationId xmlns:p14="http://schemas.microsoft.com/office/powerpoint/2010/main" val="31903200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E5F79446-C075-FBA9-CDD7-71E49C02A03C}"/>
              </a:ext>
            </a:extLst>
          </p:cNvPr>
          <p:cNvSpPr>
            <a:spLocks noGrp="1"/>
          </p:cNvSpPr>
          <p:nvPr>
            <p:ph type="body" sz="quarter" idx="10"/>
          </p:nvPr>
        </p:nvSpPr>
        <p:spPr/>
        <p:txBody>
          <a:bodyPr/>
          <a:lstStyle/>
          <a:p>
            <a:r>
              <a:rPr lang="en-US" dirty="0">
                <a:latin typeface="+mj-lt"/>
                <a:ea typeface="Roboto Medium" panose="02000000000000000000" pitchFamily="2" charset="0"/>
              </a:rPr>
              <a:t>vBox on-boarding and scope review</a:t>
            </a:r>
          </a:p>
        </p:txBody>
      </p:sp>
      <p:sp>
        <p:nvSpPr>
          <p:cNvPr id="7" name="Text Placeholder 6">
            <a:extLst>
              <a:ext uri="{FF2B5EF4-FFF2-40B4-BE49-F238E27FC236}">
                <a16:creationId xmlns:a16="http://schemas.microsoft.com/office/drawing/2014/main" id="{CBCCAEEC-D2D4-B32B-45CD-380FFAB44E15}"/>
              </a:ext>
            </a:extLst>
          </p:cNvPr>
          <p:cNvSpPr>
            <a:spLocks noGrp="1"/>
          </p:cNvSpPr>
          <p:nvPr>
            <p:ph type="body" sz="quarter" idx="11"/>
          </p:nvPr>
        </p:nvSpPr>
        <p:spPr>
          <a:xfrm>
            <a:off x="536267" y="498315"/>
            <a:ext cx="3041121" cy="492443"/>
          </a:xfrm>
        </p:spPr>
        <p:txBody>
          <a:bodyPr/>
          <a:lstStyle/>
          <a:p>
            <a:r>
              <a:rPr lang="pl-PL" dirty="0"/>
              <a:t>Azure Cost </a:t>
            </a:r>
            <a:r>
              <a:rPr lang="en-US" dirty="0"/>
              <a:t>Implementation </a:t>
            </a:r>
            <a:r>
              <a:rPr lang="pl-PL" dirty="0"/>
              <a:t>Kickoff</a:t>
            </a:r>
            <a:endParaRPr lang="en-ZA" dirty="0"/>
          </a:p>
        </p:txBody>
      </p:sp>
      <p:sp>
        <p:nvSpPr>
          <p:cNvPr id="8" name="Text Placeholder 7">
            <a:extLst>
              <a:ext uri="{FF2B5EF4-FFF2-40B4-BE49-F238E27FC236}">
                <a16:creationId xmlns:a16="http://schemas.microsoft.com/office/drawing/2014/main" id="{E15BAB81-0FF2-CECB-3A1E-DB29A2FA86A4}"/>
              </a:ext>
            </a:extLst>
          </p:cNvPr>
          <p:cNvSpPr>
            <a:spLocks noGrp="1"/>
          </p:cNvSpPr>
          <p:nvPr>
            <p:ph type="body" sz="quarter" idx="12"/>
          </p:nvPr>
        </p:nvSpPr>
        <p:spPr>
          <a:xfrm>
            <a:off x="745917" y="1703217"/>
            <a:ext cx="6531282" cy="4258827"/>
          </a:xfrm>
        </p:spPr>
        <p:txBody>
          <a:bodyPr>
            <a:noAutofit/>
          </a:bodyPr>
          <a:lstStyle/>
          <a:p>
            <a:pPr marL="342900" indent="-342900">
              <a:buFont typeface="+mj-lt"/>
              <a:buAutoNum type="arabicPeriod"/>
            </a:pPr>
            <a:r>
              <a:rPr lang="en-US" sz="2000" dirty="0">
                <a:latin typeface="Roboto SemiBold" panose="02000000000000000000" pitchFamily="2" charset="0"/>
                <a:ea typeface="Roboto SemiBold" panose="02000000000000000000" pitchFamily="2" charset="0"/>
              </a:rPr>
              <a:t>Onboard vBox (if not done)</a:t>
            </a:r>
            <a:r>
              <a:rPr lang="pl-PL" sz="2000" dirty="0">
                <a:latin typeface="Roboto SemiBold" panose="02000000000000000000" pitchFamily="2" charset="0"/>
                <a:ea typeface="Roboto SemiBold" panose="02000000000000000000" pitchFamily="2" charset="0"/>
              </a:rPr>
              <a:t> </a:t>
            </a:r>
            <a:endParaRPr lang="en-US" sz="2000" dirty="0">
              <a:latin typeface="Roboto SemiBold" panose="02000000000000000000" pitchFamily="2" charset="0"/>
              <a:ea typeface="Roboto SemiBold" panose="02000000000000000000" pitchFamily="2" charset="0"/>
            </a:endParaRPr>
          </a:p>
          <a:p>
            <a:pPr marL="800100" lvl="1" indent="-342900">
              <a:buFont typeface="Arial" panose="020B0604020202020204" pitchFamily="34" charset="0"/>
              <a:buChar char="•"/>
            </a:pPr>
            <a:r>
              <a:rPr lang="pl-PL" dirty="0"/>
              <a:t>Enable PAL (Partner Admin Link) </a:t>
            </a:r>
            <a:endParaRPr lang="en-US" dirty="0"/>
          </a:p>
          <a:p>
            <a:pPr marL="800100" lvl="1" indent="-342900">
              <a:buFont typeface="Arial" panose="020B0604020202020204" pitchFamily="34" charset="0"/>
              <a:buChar char="•"/>
            </a:pPr>
            <a:r>
              <a:rPr lang="en-US" dirty="0"/>
              <a:t>Deploy Azure Optimization Assessment Offer </a:t>
            </a:r>
          </a:p>
          <a:p>
            <a:pPr marL="800100" lvl="1" indent="-342900">
              <a:buFont typeface="Arial" panose="020B0604020202020204" pitchFamily="34" charset="0"/>
              <a:buChar char="•"/>
            </a:pPr>
            <a:r>
              <a:rPr lang="en-US" dirty="0"/>
              <a:t>Delegate Reader Role</a:t>
            </a:r>
            <a:br>
              <a:rPr lang="en-US" dirty="0"/>
            </a:br>
            <a:endParaRPr lang="en-US" dirty="0"/>
          </a:p>
          <a:p>
            <a:pPr marL="342900" indent="-342900">
              <a:spcBef>
                <a:spcPts val="1200"/>
              </a:spcBef>
              <a:buFont typeface="+mj-lt"/>
              <a:buAutoNum type="arabicPeriod"/>
            </a:pPr>
            <a:r>
              <a:rPr lang="en-US" sz="2000" dirty="0">
                <a:latin typeface="Roboto SemiBold" panose="02000000000000000000" pitchFamily="2" charset="0"/>
                <a:ea typeface="Roboto SemiBold" panose="02000000000000000000" pitchFamily="2" charset="0"/>
              </a:rPr>
              <a:t>vBox User access</a:t>
            </a:r>
            <a:endParaRPr lang="pl-PL" sz="2000" dirty="0">
              <a:latin typeface="Roboto SemiBold" panose="02000000000000000000" pitchFamily="2" charset="0"/>
              <a:ea typeface="Roboto SemiBold" panose="02000000000000000000" pitchFamily="2" charset="0"/>
            </a:endParaRPr>
          </a:p>
          <a:p>
            <a:pPr marL="800100" lvl="1" indent="-342900">
              <a:buFont typeface="Arial" panose="020B0604020202020204" pitchFamily="34" charset="0"/>
              <a:buChar char="•"/>
            </a:pPr>
            <a:r>
              <a:rPr lang="en-US" sz="1800" dirty="0"/>
              <a:t>Users Emails</a:t>
            </a:r>
          </a:p>
          <a:p>
            <a:pPr marL="800100" lvl="1" indent="-342900">
              <a:buFont typeface="Arial" panose="020B0604020202020204" pitchFamily="34" charset="0"/>
              <a:buChar char="•"/>
            </a:pPr>
            <a:r>
              <a:rPr lang="en-US" sz="1800" dirty="0"/>
              <a:t>Accept consent</a:t>
            </a:r>
          </a:p>
          <a:p>
            <a:pPr lvl="1"/>
            <a:endParaRPr lang="pl-PL" sz="1800" dirty="0"/>
          </a:p>
          <a:p>
            <a:pPr marL="342900" indent="-342900">
              <a:spcBef>
                <a:spcPts val="1200"/>
              </a:spcBef>
              <a:buFont typeface="+mj-lt"/>
              <a:buAutoNum type="arabicPeriod"/>
            </a:pPr>
            <a:r>
              <a:rPr lang="en-US" sz="2000" dirty="0">
                <a:latin typeface="Roboto SemiBold" panose="02000000000000000000" pitchFamily="2" charset="0"/>
                <a:ea typeface="Roboto SemiBold" panose="02000000000000000000" pitchFamily="2" charset="0"/>
              </a:rPr>
              <a:t>vBox Scope review</a:t>
            </a:r>
            <a:endParaRPr lang="pl-PL" sz="2000" dirty="0">
              <a:latin typeface="Roboto SemiBold" panose="02000000000000000000" pitchFamily="2" charset="0"/>
              <a:ea typeface="Roboto SemiBold" panose="02000000000000000000" pitchFamily="2" charset="0"/>
            </a:endParaRPr>
          </a:p>
          <a:p>
            <a:pPr marL="800100" lvl="1" indent="-342900">
              <a:buFont typeface="Arial" panose="020B0604020202020204" pitchFamily="34" charset="0"/>
              <a:buChar char="•"/>
            </a:pPr>
            <a:r>
              <a:rPr lang="en-US" sz="1800" dirty="0"/>
              <a:t>Cost Assessment</a:t>
            </a:r>
          </a:p>
          <a:p>
            <a:pPr marL="800100" lvl="1" indent="-342900">
              <a:buFont typeface="Arial" panose="020B0604020202020204" pitchFamily="34" charset="0"/>
              <a:buChar char="•"/>
            </a:pPr>
            <a:r>
              <a:rPr lang="en-US" sz="1800" dirty="0"/>
              <a:t>Recommendations</a:t>
            </a:r>
          </a:p>
          <a:p>
            <a:pPr marL="800100" lvl="1" indent="-342900">
              <a:buFont typeface="Arial" panose="020B0604020202020204" pitchFamily="34" charset="0"/>
              <a:buChar char="•"/>
            </a:pPr>
            <a:r>
              <a:rPr lang="en-US" sz="1800"/>
              <a:t>Initial Task </a:t>
            </a:r>
            <a:r>
              <a:rPr lang="en-US" sz="1800" dirty="0"/>
              <a:t>Assignment</a:t>
            </a:r>
          </a:p>
        </p:txBody>
      </p:sp>
      <p:cxnSp>
        <p:nvCxnSpPr>
          <p:cNvPr id="3" name="Straight Connector 2">
            <a:extLst>
              <a:ext uri="{FF2B5EF4-FFF2-40B4-BE49-F238E27FC236}">
                <a16:creationId xmlns:a16="http://schemas.microsoft.com/office/drawing/2014/main" id="{0D79F2BC-E858-8B25-63F7-C9A7A3ED536C}"/>
              </a:ext>
            </a:extLst>
          </p:cNvPr>
          <p:cNvCxnSpPr/>
          <p:nvPr/>
        </p:nvCxnSpPr>
        <p:spPr>
          <a:xfrm>
            <a:off x="849611" y="1526258"/>
            <a:ext cx="7398057" cy="0"/>
          </a:xfrm>
          <a:prstGeom prst="line">
            <a:avLst/>
          </a:prstGeom>
          <a:ln w="19050">
            <a:solidFill>
              <a:srgbClr val="DEDEEE"/>
            </a:solidFill>
            <a:prstDash val="sysDash"/>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95B3860C-7740-2CF1-F6A7-13A0081FCF67}"/>
              </a:ext>
            </a:extLst>
          </p:cNvPr>
          <p:cNvCxnSpPr/>
          <p:nvPr/>
        </p:nvCxnSpPr>
        <p:spPr>
          <a:xfrm>
            <a:off x="1000440" y="3083939"/>
            <a:ext cx="7398057" cy="0"/>
          </a:xfrm>
          <a:prstGeom prst="line">
            <a:avLst/>
          </a:prstGeom>
          <a:ln w="19050">
            <a:solidFill>
              <a:srgbClr val="DEDEEE"/>
            </a:solidFill>
            <a:prstDash val="sysDash"/>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26BAE279-FE79-77C6-9703-7BE4E141B26B}"/>
              </a:ext>
            </a:extLst>
          </p:cNvPr>
          <p:cNvCxnSpPr/>
          <p:nvPr/>
        </p:nvCxnSpPr>
        <p:spPr>
          <a:xfrm>
            <a:off x="1000440" y="4427554"/>
            <a:ext cx="7398057" cy="0"/>
          </a:xfrm>
          <a:prstGeom prst="line">
            <a:avLst/>
          </a:prstGeom>
          <a:ln w="19050">
            <a:solidFill>
              <a:srgbClr val="DEDEEE"/>
            </a:solidFill>
            <a:prstDash val="sys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CD95189-33D9-54C2-AE07-86BA02F4BC2F}"/>
              </a:ext>
            </a:extLst>
          </p:cNvPr>
          <p:cNvCxnSpPr/>
          <p:nvPr/>
        </p:nvCxnSpPr>
        <p:spPr>
          <a:xfrm>
            <a:off x="849611" y="6007115"/>
            <a:ext cx="7398057" cy="0"/>
          </a:xfrm>
          <a:prstGeom prst="line">
            <a:avLst/>
          </a:prstGeom>
          <a:ln w="19050">
            <a:solidFill>
              <a:srgbClr val="DEDEEE"/>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63781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75E5F2E-88BE-A944-ABC0-75F2C261456A}"/>
              </a:ext>
            </a:extLst>
          </p:cNvPr>
          <p:cNvSpPr/>
          <p:nvPr/>
        </p:nvSpPr>
        <p:spPr>
          <a:xfrm>
            <a:off x="0" y="3705505"/>
            <a:ext cx="12192000" cy="27048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6" name="Text Placeholder 5">
            <a:extLst>
              <a:ext uri="{FF2B5EF4-FFF2-40B4-BE49-F238E27FC236}">
                <a16:creationId xmlns:a16="http://schemas.microsoft.com/office/drawing/2014/main" id="{E5F79446-C075-FBA9-CDD7-71E49C02A03C}"/>
              </a:ext>
            </a:extLst>
          </p:cNvPr>
          <p:cNvSpPr>
            <a:spLocks noGrp="1"/>
          </p:cNvSpPr>
          <p:nvPr>
            <p:ph type="body" sz="quarter" idx="10"/>
          </p:nvPr>
        </p:nvSpPr>
        <p:spPr>
          <a:xfrm>
            <a:off x="517980" y="764864"/>
            <a:ext cx="1034595" cy="492443"/>
          </a:xfrm>
        </p:spPr>
        <p:txBody>
          <a:bodyPr/>
          <a:lstStyle/>
          <a:p>
            <a:r>
              <a:rPr lang="pl-PL"/>
              <a:t>Q&amp;A</a:t>
            </a:r>
            <a:endParaRPr lang="en-ZA"/>
          </a:p>
        </p:txBody>
      </p:sp>
      <p:sp>
        <p:nvSpPr>
          <p:cNvPr id="7" name="Text Placeholder 6">
            <a:extLst>
              <a:ext uri="{FF2B5EF4-FFF2-40B4-BE49-F238E27FC236}">
                <a16:creationId xmlns:a16="http://schemas.microsoft.com/office/drawing/2014/main" id="{CBCCAEEC-D2D4-B32B-45CD-380FFAB44E15}"/>
              </a:ext>
            </a:extLst>
          </p:cNvPr>
          <p:cNvSpPr>
            <a:spLocks noGrp="1"/>
          </p:cNvSpPr>
          <p:nvPr>
            <p:ph type="body" sz="quarter" idx="11"/>
          </p:nvPr>
        </p:nvSpPr>
        <p:spPr>
          <a:xfrm>
            <a:off x="536268" y="498314"/>
            <a:ext cx="8735748" cy="246221"/>
          </a:xfrm>
        </p:spPr>
        <p:txBody>
          <a:bodyPr/>
          <a:lstStyle/>
          <a:p>
            <a:r>
              <a:rPr lang="pl-PL"/>
              <a:t>Azure Cost </a:t>
            </a:r>
            <a:r>
              <a:rPr lang="en-US"/>
              <a:t>Implementation </a:t>
            </a:r>
            <a:r>
              <a:rPr lang="pl-PL"/>
              <a:t>Kickoff</a:t>
            </a:r>
            <a:endParaRPr lang="en-ZA"/>
          </a:p>
        </p:txBody>
      </p:sp>
      <p:sp>
        <p:nvSpPr>
          <p:cNvPr id="8" name="Text Placeholder 7">
            <a:extLst>
              <a:ext uri="{FF2B5EF4-FFF2-40B4-BE49-F238E27FC236}">
                <a16:creationId xmlns:a16="http://schemas.microsoft.com/office/drawing/2014/main" id="{E15BAB81-0FF2-CECB-3A1E-DB29A2FA86A4}"/>
              </a:ext>
            </a:extLst>
          </p:cNvPr>
          <p:cNvSpPr>
            <a:spLocks noGrp="1"/>
          </p:cNvSpPr>
          <p:nvPr>
            <p:ph type="body" sz="quarter" idx="12"/>
          </p:nvPr>
        </p:nvSpPr>
        <p:spPr>
          <a:xfrm>
            <a:off x="5633419" y="2659354"/>
            <a:ext cx="2477399" cy="676276"/>
          </a:xfrm>
        </p:spPr>
        <p:txBody>
          <a:bodyPr>
            <a:noAutofit/>
          </a:bodyPr>
          <a:lstStyle/>
          <a:p>
            <a:pPr algn="ctr"/>
            <a:r>
              <a:rPr lang="en-US" sz="2200">
                <a:latin typeface="Roboto Medium" panose="02000000000000000000" pitchFamily="2" charset="0"/>
                <a:ea typeface="Roboto Medium" panose="02000000000000000000" pitchFamily="2" charset="0"/>
              </a:rPr>
              <a:t>Weekly Meetings </a:t>
            </a:r>
            <a:r>
              <a:rPr lang="pl-PL" sz="2200">
                <a:latin typeface="Roboto Medium" panose="02000000000000000000" pitchFamily="2" charset="0"/>
                <a:ea typeface="Roboto Medium" panose="02000000000000000000" pitchFamily="2" charset="0"/>
              </a:rPr>
              <a:t>schedule</a:t>
            </a:r>
          </a:p>
        </p:txBody>
      </p:sp>
      <p:sp>
        <p:nvSpPr>
          <p:cNvPr id="2" name="Text Placeholder 7">
            <a:extLst>
              <a:ext uri="{FF2B5EF4-FFF2-40B4-BE49-F238E27FC236}">
                <a16:creationId xmlns:a16="http://schemas.microsoft.com/office/drawing/2014/main" id="{70AD520D-71D1-ABFC-6F1F-8FA524A68F86}"/>
              </a:ext>
            </a:extLst>
          </p:cNvPr>
          <p:cNvSpPr txBox="1">
            <a:spLocks/>
          </p:cNvSpPr>
          <p:nvPr/>
        </p:nvSpPr>
        <p:spPr>
          <a:xfrm>
            <a:off x="703951" y="4601247"/>
            <a:ext cx="4058549" cy="690562"/>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l-PL" sz="6000">
                <a:solidFill>
                  <a:schemeClr val="bg1"/>
                </a:solidFill>
                <a:latin typeface="Roboto Bold" panose="02000000000000000000" pitchFamily="2" charset="0"/>
                <a:ea typeface="Roboto Bold" panose="02000000000000000000" pitchFamily="2" charset="0"/>
              </a:rPr>
              <a:t>Questions?</a:t>
            </a:r>
            <a:endParaRPr lang="en-US" sz="6000">
              <a:solidFill>
                <a:schemeClr val="bg1"/>
              </a:solidFill>
              <a:latin typeface="Roboto Bold" panose="02000000000000000000" pitchFamily="2" charset="0"/>
              <a:ea typeface="Roboto Bold" panose="02000000000000000000" pitchFamily="2" charset="0"/>
            </a:endParaRPr>
          </a:p>
        </p:txBody>
      </p:sp>
      <p:sp>
        <p:nvSpPr>
          <p:cNvPr id="5" name="Text Placeholder 7">
            <a:extLst>
              <a:ext uri="{FF2B5EF4-FFF2-40B4-BE49-F238E27FC236}">
                <a16:creationId xmlns:a16="http://schemas.microsoft.com/office/drawing/2014/main" id="{4DDD09A2-34E5-36B2-5F85-3C0C4435968B}"/>
              </a:ext>
            </a:extLst>
          </p:cNvPr>
          <p:cNvSpPr txBox="1">
            <a:spLocks/>
          </p:cNvSpPr>
          <p:nvPr/>
        </p:nvSpPr>
        <p:spPr>
          <a:xfrm>
            <a:off x="703951" y="1848399"/>
            <a:ext cx="4201424" cy="690562"/>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6000">
                <a:solidFill>
                  <a:schemeClr val="tx2"/>
                </a:solidFill>
                <a:latin typeface="Roboto Bold" panose="02000000000000000000" pitchFamily="2" charset="0"/>
                <a:ea typeface="Roboto Bold" panose="02000000000000000000" pitchFamily="2" charset="0"/>
              </a:rPr>
              <a:t>Next Steps:</a:t>
            </a:r>
          </a:p>
        </p:txBody>
      </p:sp>
      <p:pic>
        <p:nvPicPr>
          <p:cNvPr id="10" name="Graphic 9">
            <a:extLst>
              <a:ext uri="{FF2B5EF4-FFF2-40B4-BE49-F238E27FC236}">
                <a16:creationId xmlns:a16="http://schemas.microsoft.com/office/drawing/2014/main" id="{0D9D8F4F-BA2E-CF70-F1BE-CFBAD27534E7}"/>
              </a:ext>
            </a:extLst>
          </p:cNvPr>
          <p:cNvPicPr>
            <a:picLocks noChangeAspect="1"/>
          </p:cNvPicPr>
          <p:nvPr/>
        </p:nvPicPr>
        <p:blipFill>
          <a:blip r:embed="rId2">
            <a:extLst>
              <a:ext uri="{96DAC541-7B7A-43D3-8B79-37D633B846F1}">
                <asvg:svgBlip xmlns:asvg="http://schemas.microsoft.com/office/drawing/2016/SVG/main" xmlns="" r:embed="rId3"/>
              </a:ext>
            </a:extLst>
          </a:blip>
          <a:stretch>
            <a:fillRect/>
          </a:stretch>
        </p:blipFill>
        <p:spPr>
          <a:xfrm>
            <a:off x="6466235" y="1779390"/>
            <a:ext cx="811766" cy="778856"/>
          </a:xfrm>
          <a:prstGeom prst="rect">
            <a:avLst/>
          </a:prstGeom>
        </p:spPr>
      </p:pic>
      <p:sp>
        <p:nvSpPr>
          <p:cNvPr id="4" name="Text Placeholder 7">
            <a:extLst>
              <a:ext uri="{FF2B5EF4-FFF2-40B4-BE49-F238E27FC236}">
                <a16:creationId xmlns:a16="http://schemas.microsoft.com/office/drawing/2014/main" id="{8A62F8F0-D431-6BAE-2063-A9D3C36C75CD}"/>
              </a:ext>
            </a:extLst>
          </p:cNvPr>
          <p:cNvSpPr txBox="1">
            <a:spLocks/>
          </p:cNvSpPr>
          <p:nvPr/>
        </p:nvSpPr>
        <p:spPr>
          <a:xfrm>
            <a:off x="8251383" y="2659354"/>
            <a:ext cx="2477399" cy="67627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sz="2200">
                <a:latin typeface="Roboto Medium" panose="02000000000000000000" pitchFamily="2" charset="0"/>
                <a:ea typeface="Roboto Medium" panose="02000000000000000000" pitchFamily="2" charset="0"/>
              </a:rPr>
              <a:t>PTO/Holidays</a:t>
            </a:r>
            <a:endParaRPr lang="pl-PL" sz="2200">
              <a:latin typeface="Roboto Medium" panose="02000000000000000000" pitchFamily="2" charset="0"/>
              <a:ea typeface="Roboto Medium" panose="02000000000000000000" pitchFamily="2" charset="0"/>
            </a:endParaRPr>
          </a:p>
        </p:txBody>
      </p:sp>
      <p:pic>
        <p:nvPicPr>
          <p:cNvPr id="9" name="Graphic 8">
            <a:extLst>
              <a:ext uri="{FF2B5EF4-FFF2-40B4-BE49-F238E27FC236}">
                <a16:creationId xmlns:a16="http://schemas.microsoft.com/office/drawing/2014/main" id="{98CFFEE7-BD3E-1C44-BCD8-35B35ACD252E}"/>
              </a:ext>
            </a:extLst>
          </p:cNvPr>
          <p:cNvPicPr>
            <a:picLocks noChangeAspect="1"/>
          </p:cNvPicPr>
          <p:nvPr/>
        </p:nvPicPr>
        <p:blipFill>
          <a:blip r:embed="rId2">
            <a:extLst>
              <a:ext uri="{96DAC541-7B7A-43D3-8B79-37D633B846F1}">
                <asvg:svgBlip xmlns:asvg="http://schemas.microsoft.com/office/drawing/2016/SVG/main" xmlns="" r:embed="rId3"/>
              </a:ext>
            </a:extLst>
          </a:blip>
          <a:stretch>
            <a:fillRect/>
          </a:stretch>
        </p:blipFill>
        <p:spPr>
          <a:xfrm>
            <a:off x="9084199" y="1779390"/>
            <a:ext cx="811766" cy="778856"/>
          </a:xfrm>
          <a:prstGeom prst="rect">
            <a:avLst/>
          </a:prstGeom>
        </p:spPr>
      </p:pic>
    </p:spTree>
    <p:extLst>
      <p:ext uri="{BB962C8B-B14F-4D97-AF65-F5344CB8AC3E}">
        <p14:creationId xmlns:p14="http://schemas.microsoft.com/office/powerpoint/2010/main" val="3196058017"/>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p:txBody>
      </p:sp>
      <p:sp>
        <p:nvSpPr>
          <p:cNvPr id="3" name="Text Placeholder 2"/>
          <p:cNvSpPr>
            <a:spLocks noGrp="1"/>
          </p:cNvSpPr>
          <p:nvPr>
            <p:ph type="body" idx="11" sz="quarter"/>
          </p:nvPr>
        </p:nvSpPr>
        <p:spPr/>
        <p:txBody>
          <a:bodyPr/>
          <a:lstStyle/>
          <a:p/>
        </p:txBody>
      </p:sp>
      <p:sp>
        <p:nvSpPr>
          <p:cNvPr id="4" name="Text Placeholder 3"/>
          <p:cNvSpPr>
            <a:spLocks noGrp="1"/>
          </p:cNvSpPr>
          <p:nvPr>
            <p:ph type="body" idx="12" sz="quarter"/>
          </p:nvPr>
        </p:nvSpPr>
        <p:spPr/>
        <p:txBody>
          <a:bodyPr/>
          <a:lstStyle/>
          <a:p/>
        </p:txBody>
      </p:sp>
      <p:sp>
        <p:nvSpPr>
          <p:cNvPr id="5" name="TextBox 4"/>
          <p:cNvSpPr txBox="1"/>
          <p:nvPr/>
        </p:nvSpPr>
        <p:spPr>
          <a:xfrm>
            <a:off x="457200" y="457200"/>
            <a:ext cx="8229600" cy="731520"/>
          </a:xfrm>
          <a:prstGeom prst="rect">
            <a:avLst/>
          </a:prstGeom>
          <a:noFill/>
        </p:spPr>
        <p:txBody>
          <a:bodyPr wrap="none">
            <a:spAutoFit/>
          </a:bodyPr>
          <a:lstStyle/>
          <a:p>
            <a:r>
              <a:rPr b="1" sz="3200"/>
              <a:t>Meeting Summary</a:t>
            </a:r>
          </a:p>
        </p:txBody>
      </p:sp>
      <p:sp>
        <p:nvSpPr>
          <p:cNvPr id="6" name="TextBox 5"/>
          <p:cNvSpPr txBox="1"/>
          <p:nvPr/>
        </p:nvSpPr>
        <p:spPr>
          <a:xfrm>
            <a:off x="457200" y="1371600"/>
            <a:ext cx="11277600" cy="5029200"/>
          </a:xfrm>
          <a:prstGeom prst="rect">
            <a:avLst/>
          </a:prstGeom>
          <a:noFill/>
        </p:spPr>
        <p:txBody>
          <a:bodyPr wrap="square">
            <a:spAutoFit/>
          </a:bodyPr>
          <a:lstStyle/>
          <a:p>
            <a:r>
              <a:rPr b="1"/>
              <a:t>Summary</a:t>
            </a:r>
          </a:p>
          <a:p>
            <a:r>
              <a:t>Andrey Kerchin initiated the meeting to assess the performance of the transcription service. The core objective was to confirm that the transcription results are accurate and can be effectively utilized within the ongoing project.</a:t>
            </a:r>
          </a:p>
          <a:p/>
          <a:p>
            <a:r>
              <a:rPr b="1"/>
              <a:t>Agreed Recommendations</a:t>
            </a:r>
          </a:p>
          <a:p>
            <a:r>
              <a:t>• The project requires the transcription results to be successfully integrated and applied to the project</a:t>
            </a:r>
          </a:p>
          <a:p>
            <a:r>
              <a:t>• Transcription functionality is crucial for the project's progression</a:t>
            </a:r>
          </a:p>
          <a:p/>
          <a:p>
            <a:r>
              <a:rPr b="1"/>
              <a:t>Action Items</a:t>
            </a:r>
          </a:p>
          <a:p>
            <a:r>
              <a:t>1. Verify transcription functionality for project integration — Andrey Kerchin — Not specified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p:txBody>
      </p:sp>
      <p:sp>
        <p:nvSpPr>
          <p:cNvPr id="3" name="Text Placeholder 2"/>
          <p:cNvSpPr>
            <a:spLocks noGrp="1"/>
          </p:cNvSpPr>
          <p:nvPr>
            <p:ph type="body" idx="11" sz="quarter"/>
          </p:nvPr>
        </p:nvSpPr>
        <p:spPr/>
        <p:txBody>
          <a:bodyPr/>
          <a:lstStyle/>
          <a:p>
            <a:r>
              <a:t>Meeting Summary</a:t>
            </a:r>
          </a:p>
        </p:txBody>
      </p:sp>
      <p:sp>
        <p:nvSpPr>
          <p:cNvPr id="4" name="Text Placeholder 3"/>
          <p:cNvSpPr>
            <a:spLocks noGrp="1"/>
          </p:cNvSpPr>
          <p:nvPr>
            <p:ph type="body" idx="12" sz="quarter"/>
          </p:nvPr>
        </p:nvSpPr>
        <p:spPr/>
        <p:txBody>
          <a:bodyPr wrap="square"/>
          <a:lstStyle/>
          <a:p>
            <a:r>
              <a:rPr b="1"/>
              <a:t>Summary</a:t>
            </a:r>
          </a:p>
          <a:p>
            <a:r>
              <a:t>Andrey Kerchin initiated a meeting to evaluate the performance of the transcription service. The project requires transcription to be applied, and the results of this transcription need to be integrated into the project's framework. The meeting serves as a verification step to ensure the transcription service is functioning as expected.</a:t>
            </a:r>
          </a:p>
          <a:p/>
          <a:p>
            <a:r>
              <a:rPr b="1"/>
              <a:t>Agreed Recommendations</a:t>
            </a:r>
          </a:p>
          <a:p>
            <a:r>
              <a:t>• Test transcription service effectiveness</a:t>
            </a:r>
          </a:p>
          <a:p>
            <a:r>
              <a:t>• Apply transcription results to the project</a:t>
            </a:r>
          </a:p>
          <a:p/>
          <a:p>
            <a:r>
              <a:rPr b="1"/>
              <a:t>Action Items</a:t>
            </a:r>
          </a:p>
          <a:p>
            <a:r>
              <a:t>1. Test transcription service effectiveness — Andrey Kerchin — Not specified</a:t>
            </a:r>
          </a:p>
          <a:p>
            <a:r>
              <a:t>2. Apply transcription results to the project — Not specified — Not specified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p:txBody>
      </p:sp>
      <p:sp>
        <p:nvSpPr>
          <p:cNvPr id="3" name="Text Placeholder 2"/>
          <p:cNvSpPr>
            <a:spLocks noGrp="1"/>
          </p:cNvSpPr>
          <p:nvPr>
            <p:ph type="body" idx="11" sz="quarter"/>
          </p:nvPr>
        </p:nvSpPr>
        <p:spPr/>
        <p:txBody>
          <a:bodyPr/>
          <a:lstStyle/>
          <a:p/>
        </p:txBody>
      </p:sp>
      <p:sp>
        <p:nvSpPr>
          <p:cNvPr id="4" name="Text Placeholder 3"/>
          <p:cNvSpPr>
            <a:spLocks noGrp="1"/>
          </p:cNvSpPr>
          <p:nvPr>
            <p:ph type="body" idx="12" sz="quarter"/>
          </p:nvPr>
        </p:nvSpPr>
        <p:spPr/>
        <p:txBody>
          <a:bodyPr/>
          <a:lstStyle/>
          <a:p/>
        </p:txBody>
      </p:sp>
      <p:sp>
        <p:nvSpPr>
          <p:cNvPr id="5" name="TextBox 4"/>
          <p:cNvSpPr txBox="1"/>
          <p:nvPr/>
        </p:nvSpPr>
        <p:spPr>
          <a:xfrm>
            <a:off x="457200" y="1371600"/>
            <a:ext cx="11277600" cy="5029200"/>
          </a:xfrm>
          <a:prstGeom prst="rect">
            <a:avLst/>
          </a:prstGeom>
          <a:noFill/>
        </p:spPr>
        <p:txBody>
          <a:bodyPr wrap="square">
            <a:spAutoFit/>
          </a:bodyPr>
          <a:lstStyle/>
          <a:p>
            <a:r>
              <a:rPr b="1"/>
              <a:t>Summary</a:t>
            </a:r>
          </a:p>
          <a:p>
            <a:r>
              <a:t>Andrey Kerchin initiated the meeting to assess the performance of the transcription service. The core objective was to confirm that the transcription results are accurate and can be effectively utilized within the ongoing project.</a:t>
            </a:r>
          </a:p>
          <a:p/>
          <a:p>
            <a:r>
              <a:rPr b="1"/>
              <a:t>Agreed Recommendations</a:t>
            </a:r>
          </a:p>
          <a:p>
            <a:r>
              <a:t>• The project requires the transcription results to be successfully integrated and applied to the project</a:t>
            </a:r>
          </a:p>
          <a:p>
            <a:r>
              <a:t>• Transcription functionality is crucial for the project's progression</a:t>
            </a:r>
          </a:p>
          <a:p/>
          <a:p>
            <a:r>
              <a:rPr b="1"/>
              <a:t>Action Items</a:t>
            </a:r>
          </a:p>
          <a:p>
            <a:r>
              <a:t>1. Verify transcription functionality for project integration — Andrey Kerchin — Not specified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p:txBody>
      </p:sp>
      <p:sp>
        <p:nvSpPr>
          <p:cNvPr id="3" name="Text Placeholder 2"/>
          <p:cNvSpPr>
            <a:spLocks noGrp="1"/>
          </p:cNvSpPr>
          <p:nvPr>
            <p:ph type="body" idx="11" sz="quarter"/>
          </p:nvPr>
        </p:nvSpPr>
        <p:spPr/>
        <p:txBody>
          <a:bodyPr/>
          <a:lstStyle/>
          <a:p/>
        </p:txBody>
      </p:sp>
      <p:sp>
        <p:nvSpPr>
          <p:cNvPr id="4" name="Text Placeholder 3"/>
          <p:cNvSpPr>
            <a:spLocks noGrp="1"/>
          </p:cNvSpPr>
          <p:nvPr>
            <p:ph type="body" idx="12" sz="quarter"/>
          </p:nvPr>
        </p:nvSpPr>
        <p:spPr/>
        <p:txBody>
          <a:bodyPr/>
          <a:lstStyle/>
          <a:p/>
        </p:txBody>
      </p:sp>
      <p:sp>
        <p:nvSpPr>
          <p:cNvPr id="5" name="TextBox 4"/>
          <p:cNvSpPr txBox="1"/>
          <p:nvPr/>
        </p:nvSpPr>
        <p:spPr>
          <a:xfrm>
            <a:off x="457200" y="457200"/>
            <a:ext cx="8229600" cy="731520"/>
          </a:xfrm>
          <a:prstGeom prst="rect">
            <a:avLst/>
          </a:prstGeom>
          <a:noFill/>
        </p:spPr>
        <p:txBody>
          <a:bodyPr wrap="none">
            <a:spAutoFit/>
          </a:bodyPr>
          <a:lstStyle/>
          <a:p>
            <a:r>
              <a:rPr b="1" sz="3200"/>
              <a:t>Meeting Summary</a:t>
            </a:r>
          </a:p>
        </p:txBody>
      </p:sp>
      <p:sp>
        <p:nvSpPr>
          <p:cNvPr id="6" name="TextBox 5"/>
          <p:cNvSpPr txBox="1"/>
          <p:nvPr/>
        </p:nvSpPr>
        <p:spPr>
          <a:xfrm>
            <a:off x="457200" y="1371600"/>
            <a:ext cx="11277600" cy="5029200"/>
          </a:xfrm>
          <a:prstGeom prst="rect">
            <a:avLst/>
          </a:prstGeom>
          <a:noFill/>
        </p:spPr>
        <p:txBody>
          <a:bodyPr wrap="square">
            <a:spAutoFit/>
          </a:bodyPr>
          <a:lstStyle/>
          <a:p>
            <a:r>
              <a:rPr b="1"/>
              <a:t>Summary</a:t>
            </a:r>
          </a:p>
          <a:p>
            <a:r>
              <a:t>Andrey Kerchin initiated the meeting to assess the performance of the transcription service. The core objective was to confirm that the transcription results are accurate and can be effectively utilized within the ongoing project.</a:t>
            </a:r>
          </a:p>
          <a:p/>
          <a:p>
            <a:r>
              <a:rPr b="1"/>
              <a:t>Agreed Recommendations</a:t>
            </a:r>
          </a:p>
          <a:p>
            <a:r>
              <a:t>• The project requires the transcription results to be successfully integrated and applied to the project</a:t>
            </a:r>
          </a:p>
          <a:p>
            <a:r>
              <a:t>• Transcription functionality is crucial for the project's progression</a:t>
            </a:r>
          </a:p>
          <a:p/>
          <a:p>
            <a:r>
              <a:rPr b="1"/>
              <a:t>Action Items</a:t>
            </a:r>
          </a:p>
          <a:p>
            <a:r>
              <a:t>1. Verify transcription functionality for project integration — Andrey Kerchin — Not specified</a:t>
            </a:r>
          </a:p>
        </p:txBody>
      </p:sp>
    </p:spTree>
  </p:cSld>
  <p:clrMapOvr>
    <a:masterClrMapping/>
  </p:clrMapOvr>
</p:sld>
</file>

<file path=ppt/theme/theme1.xml><?xml version="1.0" encoding="utf-8"?>
<a:theme xmlns:a="http://schemas.openxmlformats.org/drawingml/2006/main" name="Office Theme">
  <a:themeElements>
    <a:clrScheme name="VIAcode Color Pallete">
      <a:dk1>
        <a:srgbClr val="173242"/>
      </a:dk1>
      <a:lt1>
        <a:sysClr val="window" lastClr="FFFFFF"/>
      </a:lt1>
      <a:dk2>
        <a:srgbClr val="1F455E"/>
      </a:dk2>
      <a:lt2>
        <a:srgbClr val="F5F5FA"/>
      </a:lt2>
      <a:accent1>
        <a:srgbClr val="ED673F"/>
      </a:accent1>
      <a:accent2>
        <a:srgbClr val="ED673F"/>
      </a:accent2>
      <a:accent3>
        <a:srgbClr val="E4453A"/>
      </a:accent3>
      <a:accent4>
        <a:srgbClr val="285975"/>
      </a:accent4>
      <a:accent5>
        <a:srgbClr val="98D2EB"/>
      </a:accent5>
      <a:accent6>
        <a:srgbClr val="E1F2FE"/>
      </a:accent6>
      <a:hlink>
        <a:srgbClr val="F27242"/>
      </a:hlink>
      <a:folHlink>
        <a:srgbClr val="285975"/>
      </a:folHlink>
    </a:clrScheme>
    <a:fontScheme name="VIAcode Font">
      <a:majorFont>
        <a:latin typeface="Roboto"/>
        <a:ea typeface=""/>
        <a:cs typeface=""/>
      </a:majorFont>
      <a:minorFont>
        <a:latin typeface="Robo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IAcode Presentation Template.potx" id="{F8C195C3-B816-4DF5-B3F5-E24DF8427A6F}" vid="{AC80B01F-F23F-4AF4-ABCB-D3731F9A512F}"/>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6bde16b2-0620-4858-810f-1b920fdeef80">
      <UserInfo>
        <DisplayName>BM CCP.Reader</DisplayName>
        <AccountId>146</AccountId>
        <AccountType/>
      </UserInfo>
      <UserInfo>
        <DisplayName>Alexander Kucheryavenko</DisplayName>
        <AccountId>147</AccountId>
        <AccountType/>
      </UserInfo>
      <UserInfo>
        <DisplayName>Test Iser 3</DisplayName>
        <AccountId>148</AccountId>
        <AccountType/>
      </UserInfo>
      <UserInfo>
        <DisplayName>Maria Menzhunova</DisplayName>
        <AccountId>123</AccountId>
        <AccountType/>
      </UserInfo>
      <UserInfo>
        <DisplayName>Alexey Shemendyuk</DisplayName>
        <AccountId>43</AccountId>
        <AccountType/>
      </UserInfo>
      <UserInfo>
        <DisplayName>Konstantin Kunevich</DisplayName>
        <AccountId>105</AccountId>
        <AccountType/>
      </UserInfo>
      <UserInfo>
        <DisplayName>Alexander Yakubovich</DisplayName>
        <AccountId>208</AccountId>
        <AccountType/>
      </UserInfo>
    </SharedWithUsers>
    <_Flow_SignoffStatus xmlns="911e9e99-66b6-4493-bc54-a9efbea5f7f5" xsi:nil="true"/>
    <lcf76f155ced4ddcb4097134ff3c332f xmlns="911e9e99-66b6-4493-bc54-a9efbea5f7f5">
      <Terms xmlns="http://schemas.microsoft.com/office/infopath/2007/PartnerControls"/>
    </lcf76f155ced4ddcb4097134ff3c332f>
    <TaxCatchAll xmlns="6bde16b2-0620-4858-810f-1b920fdeef80"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E1988CFF1588C24AB1D2DA4CA343F2D0" ma:contentTypeVersion="20" ma:contentTypeDescription="Create a new document." ma:contentTypeScope="" ma:versionID="25f0cabf385db836020109d9a2839593">
  <xsd:schema xmlns:xsd="http://www.w3.org/2001/XMLSchema" xmlns:xs="http://www.w3.org/2001/XMLSchema" xmlns:p="http://schemas.microsoft.com/office/2006/metadata/properties" xmlns:ns2="6bde16b2-0620-4858-810f-1b920fdeef80" xmlns:ns3="911e9e99-66b6-4493-bc54-a9efbea5f7f5" targetNamespace="http://schemas.microsoft.com/office/2006/metadata/properties" ma:root="true" ma:fieldsID="827b5bb5b26561c8679ccaabba15809d" ns2:_="" ns3:_="">
    <xsd:import namespace="6bde16b2-0620-4858-810f-1b920fdeef80"/>
    <xsd:import namespace="911e9e99-66b6-4493-bc54-a9efbea5f7f5"/>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DateTaken" minOccurs="0"/>
                <xsd:element ref="ns3:MediaServiceEventHashCode" minOccurs="0"/>
                <xsd:element ref="ns3:MediaServiceGenerationTime" minOccurs="0"/>
                <xsd:element ref="ns3:MediaServiceAutoTags" minOccurs="0"/>
                <xsd:element ref="ns3:MediaServiceOCR" minOccurs="0"/>
                <xsd:element ref="ns3:_Flow_SignoffStatus" minOccurs="0"/>
                <xsd:element ref="ns3:MediaServiceLocation" minOccurs="0"/>
                <xsd:element ref="ns3:MediaServiceAutoKeyPoints" minOccurs="0"/>
                <xsd:element ref="ns3:MediaServiceKeyPoints" minOccurs="0"/>
                <xsd:element ref="ns3:MediaLengthInSeconds" minOccurs="0"/>
                <xsd:element ref="ns3:lcf76f155ced4ddcb4097134ff3c332f" minOccurs="0"/>
                <xsd:element ref="ns2:TaxCatchAll" minOccurs="0"/>
                <xsd:element ref="ns3:MediaServiceObjectDetectorVersions" minOccurs="0"/>
                <xsd:element ref="ns3:MediaServiceSearchPropertie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bde16b2-0620-4858-810f-1b920fdeef80"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bc8b1e11-ec49-47e0-87eb-41130f9ab6a6}" ma:internalName="TaxCatchAll" ma:showField="CatchAllData" ma:web="6bde16b2-0620-4858-810f-1b920fdeef8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11e9e99-66b6-4493-bc54-a9efbea5f7f5"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_Flow_SignoffStatus" ma:index="17" nillable="true" ma:displayName="Sign-off status" ma:internalName="_x0024_Resources_x003a_core_x002c_Signoff_Status_x003b_">
      <xsd:simpleType>
        <xsd:restriction base="dms:Text"/>
      </xsd:simpleType>
    </xsd:element>
    <xsd:element name="MediaServiceLocation" ma:index="18" nillable="true" ma:displayName="Location" ma:internalName="MediaServiceLocation"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37f27d4c-d2c5-4092-a8f9-61b1d3e2dae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5"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6" nillable="true" ma:displayName="MediaServiceSearchProperties" ma:hidden="true" ma:internalName="MediaServiceSearchProperties" ma:readOnly="true">
      <xsd:simpleType>
        <xsd:restriction base="dms:Note"/>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96715FA-0DD9-45D6-8527-5F3C2CA0EE91}">
  <ds:schemaRefs>
    <ds:schemaRef ds:uri="911e9e99-66b6-4493-bc54-a9efbea5f7f5"/>
    <ds:schemaRef ds:uri="http://www.w3.org/XML/1998/namespace"/>
    <ds:schemaRef ds:uri="http://schemas.microsoft.com/office/2006/documentManagement/types"/>
    <ds:schemaRef ds:uri="http://purl.org/dc/dcmitype/"/>
    <ds:schemaRef ds:uri="http://purl.org/dc/elements/1.1/"/>
    <ds:schemaRef ds:uri="http://schemas.microsoft.com/office/2006/metadata/properties"/>
    <ds:schemaRef ds:uri="http://purl.org/dc/terms/"/>
    <ds:schemaRef ds:uri="http://schemas.microsoft.com/office/infopath/2007/PartnerControls"/>
    <ds:schemaRef ds:uri="http://schemas.openxmlformats.org/package/2006/metadata/core-properties"/>
    <ds:schemaRef ds:uri="6bde16b2-0620-4858-810f-1b920fdeef80"/>
  </ds:schemaRefs>
</ds:datastoreItem>
</file>

<file path=customXml/itemProps2.xml><?xml version="1.0" encoding="utf-8"?>
<ds:datastoreItem xmlns:ds="http://schemas.openxmlformats.org/officeDocument/2006/customXml" ds:itemID="{42B016FF-AE7E-499C-92B5-F691EDCF0A9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bde16b2-0620-4858-810f-1b920fdeef80"/>
    <ds:schemaRef ds:uri="911e9e99-66b6-4493-bc54-a9efbea5f7f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C8BBA382-191F-44DF-B601-D57C0C830B86}">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233</TotalTime>
  <Words>223</Words>
  <Application>Microsoft Office PowerPoint</Application>
  <PresentationFormat>Widescreen</PresentationFormat>
  <Paragraphs>56</Paragraphs>
  <Slides>9</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Calibri</vt:lpstr>
      <vt:lpstr>Roboto Medium</vt:lpstr>
      <vt:lpstr>Roboto</vt:lpstr>
      <vt:lpstr>Roboto SemiBold</vt:lpstr>
      <vt:lpstr>Arial</vt:lpstr>
      <vt:lpstr>Roboto Condensed</vt:lpstr>
      <vt:lpstr>Roboto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viacode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Dina Vysitskaya</dc:creator>
  <cp:lastModifiedBy>Roman Yakulevich</cp:lastModifiedBy>
  <cp:revision>14</cp:revision>
  <dcterms:created xsi:type="dcterms:W3CDTF">2017-02-07T16:52:31Z</dcterms:created>
  <dcterms:modified xsi:type="dcterms:W3CDTF">2026-02-16T22:23:25Z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0x010100E1988CFF1588C24AB1D2DA4CA343F2D0</vt:lpwstr>
  </property>
  <property fmtid="{D5CDD505-2E9C-101B-9397-08002B2CF9AE}" pid="3" name="MediaServiceImageTags">
    <vt:lpwstr/>
  </property>
</Properties>
</file>