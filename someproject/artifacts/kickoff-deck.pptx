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901" r:id="rId39"/>
    <p:sldId id="902" r:id="rId40"/>
    <p:sldId id="554" r:id="rId13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Roboto Medium" panose="020B0604020202020204" charset="0"/>
      <p:regular r:id="rId20"/>
      <p: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  <p:embeddedFont>
      <p:font typeface="Roboto SemiBold" panose="020B0604020202020204" charset="0"/>
      <p:bold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  <p:embeddedFont>
      <p:font typeface="Roboto Bold" panose="020B0604020202020204" charset="0"/>
      <p:bold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font" Target="fonts/font15.fntdata"/><Relationship Id="rId31" Type="http://schemas.openxmlformats.org/officeDocument/2006/relationships/font" Target="fonts/font16.fntdata"/><Relationship Id="rId32" Type="http://schemas.openxmlformats.org/officeDocument/2006/relationships/font" Target="fonts/font17.fntdata"/><Relationship Id="rId33" Type="http://schemas.openxmlformats.org/officeDocument/2006/relationships/commentAuthors" Target="commentAuthors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openxmlformats.org/officeDocument/2006/relationships/slide" Target="slides/slide9.xml"/><Relationship Id="rId40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8.svg"/><Relationship Id="rId4" Type="http://schemas.openxmlformats.org/officeDocument/2006/relationships/image" Target="../media/image7.png"/><Relationship Id="rId5" Type="http://schemas.openxmlformats.org/officeDocument/2006/relationships/image" Target="../media/image10.svg"/><Relationship Id="rId6" Type="http://schemas.openxmlformats.org/officeDocument/2006/relationships/image" Target="../media/image8.png"/><Relationship Id="rId7" Type="http://schemas.openxmlformats.org/officeDocument/2006/relationships/image" Target="../media/image12.svg"/><Relationship Id="rId8" Type="http://schemas.openxmlformats.org/officeDocument/2006/relationships/image" Target="../media/image9.png"/><Relationship Id="rId9" Type="http://schemas.openxmlformats.org/officeDocument/2006/relationships/image" Target="../media/image14.svg"/><Relationship Id="rId10" Type="http://schemas.openxmlformats.org/officeDocument/2006/relationships/image" Target="../media/image10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r>
              <a:rPr lang="en-US" sz="4800" spc="50" dirty="0"/>
              <a:t/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6982532" y="3152001"/>
            <a:ext cx="411480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{{</a:t>
            </a:r>
            <a:r>
              <a:rPr lang="en-US" sz="1800" b="0" dirty="0" err="1" smtClean="0">
                <a:latin typeface="Roboto SemiBold" panose="02000000000000000000" pitchFamily="2" charset="0"/>
                <a:ea typeface="Roboto SemiBold" panose="02000000000000000000" pitchFamily="2" charset="0"/>
              </a:rPr>
              <a:t>CustomerTeam</a:t>
            </a:r>
            <a:r>
              <a:rPr lang="en-US" sz="1800" b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}}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331" y="109331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Transcription Service Testing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KICKOFF MEETING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Meeting Objective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Test effectiveness of transcription service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Verify transcription results can be applied to project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Participant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Andrey Kerchin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Key Discussion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Practical test of transcription functionality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Project integration requirements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Action Items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Assess accuracy and applicability of results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Further evaluation based on test outcomes</a:t>
            </a:r>
          </a:p>
          <a:p>
            <a:pPr>
              <a:spcAft>
                <a:spcPts val="0"/>
              </a:spcAft>
            </a:pP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Meeting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Transcription Functionality 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Meeting Overview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Test meeting to verify transcription functionality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Participant: Andrey Kerchin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Key Objective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Validate transcription system performance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Action Items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Apply transcription results to project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Continue testing and integration</a:t>
            </a:r>
          </a:p>
          <a:p>
            <a:pPr>
              <a:spcAft>
                <a:spcPts val="0"/>
              </a:spcAft>
            </a:pP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2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</TotalTime>
  <Words>223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Calibri</vt:lpstr>
      <vt:lpstr>Roboto Medium</vt:lpstr>
      <vt:lpstr>Roboto</vt:lpstr>
      <vt:lpstr>Roboto SemiBold</vt:lpstr>
      <vt:lpstr>Arial</vt:lpstr>
      <vt:lpstr>Roboto Condensed</vt:lpstr>
      <vt:lpstr>Roboto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Roman Yakulevich</cp:lastModifiedBy>
  <cp:revision>14</cp:revision>
  <dcterms:created xsi:type="dcterms:W3CDTF">2017-02-07T16:52:31Z</dcterms:created>
  <dcterms:modified xsi:type="dcterms:W3CDTF">2026-02-16T22:23:25Z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