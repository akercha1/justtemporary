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Meeting 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Transcription Project 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Meeting Overview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Purpose: Test the effectiveness of the transcription service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Participant: Andrey Kerchin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Key Discussion Points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Evaluating transcription service performance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Ensuring transcription results are applied to the project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Action Items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 the transcription service (Owner: Andrey Kerchin)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