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901" r:id="rId39"/>
    <p:sldId id="554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 Medium" panose="020B0604020202020204" charset="0"/>
      <p:regular r:id="rId20"/>
      <p: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SemiBold" panose="020B0604020202020204" charset="0"/>
      <p:bold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boxcloud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svg"/><Relationship Id="rId4" Type="http://schemas.openxmlformats.org/officeDocument/2006/relationships/image" Target="../media/image7.png"/><Relationship Id="rId5" Type="http://schemas.openxmlformats.org/officeDocument/2006/relationships/image" Target="../media/image10.svg"/><Relationship Id="rId6" Type="http://schemas.openxmlformats.org/officeDocument/2006/relationships/image" Target="../media/image8.png"/><Relationship Id="rId7" Type="http://schemas.openxmlformats.org/officeDocument/2006/relationships/image" Target="../media/image12.svg"/><Relationship Id="rId8" Type="http://schemas.openxmlformats.org/officeDocument/2006/relationships/image" Target="../media/image9.png"/><Relationship Id="rId9" Type="http://schemas.openxmlformats.org/officeDocument/2006/relationships/image" Target="../media/image14.svg"/><Relationship Id="rId10" Type="http://schemas.openxmlformats.org/officeDocument/2006/relationships/image" Target="../media/image10.png"/><Relationship Id="rId11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r>
              <a:rPr lang="en-US" sz="4800" spc="50" dirty="0"/>
              <a:t/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{{CustomerName}}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6982532" y="3152001"/>
            <a:ext cx="41148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 smtClean="0">
                <a:latin typeface="Roboto SemiBold" panose="02000000000000000000" pitchFamily="2" charset="0"/>
                <a:ea typeface="Roboto SemiBold" panose="02000000000000000000" pitchFamily="2" charset="0"/>
              </a:rPr>
              <a:t>{{</a:t>
            </a:r>
            <a:r>
              <a:rPr lang="en-US" sz="1800" b="0" dirty="0" err="1" smtClean="0">
                <a:latin typeface="Roboto SemiBold" panose="02000000000000000000" pitchFamily="2" charset="0"/>
                <a:ea typeface="Roboto SemiBold" panose="02000000000000000000" pitchFamily="2" charset="0"/>
              </a:rPr>
              <a:t>CustomerTeam</a:t>
            </a:r>
            <a:r>
              <a:rPr lang="en-US" sz="1800" b="0" smtClean="0">
                <a:latin typeface="Roboto SemiBold" panose="02000000000000000000" pitchFamily="2" charset="0"/>
                <a:ea typeface="Roboto SemiBold" panose="02000000000000000000" pitchFamily="2" charset="0"/>
              </a:rPr>
              <a:t>}}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331" y="109331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Transcription Test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Project Kickoff Meeting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Meeting Overview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Test transcription functionality effectiveness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Evaluate accuracy for project application</a:t>
            </a:r>
          </a:p>
          <a:p>
            <a:pPr>
              <a:spcAft>
                <a:spcPts val="0"/>
              </a:spcAft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Key Outcomes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Transcription working as expected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Results ready for project integration</a:t>
            </a:r>
          </a:p>
          <a:p>
            <a:pPr>
              <a:spcAft>
                <a:spcPts val="0"/>
              </a:spcAft>
            </a:pPr>
            <a:endParaRPr lang="en-US"/>
          </a:p>
          <a:p>
            <a:pPr>
              <a:spcAft>
                <a:spcPts val="600"/>
              </a:spcAft>
              <a:buNone/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Next Steps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Apply transcription results to project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Monitor ongoing performance</a:t>
            </a:r>
          </a:p>
          <a:p>
            <a:pPr>
              <a:spcAft>
                <a:spcPts val="0"/>
              </a:spcAft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2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223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Roboto Medium</vt:lpstr>
      <vt:lpstr>Roboto</vt:lpstr>
      <vt:lpstr>Roboto SemiBold</vt:lpstr>
      <vt:lpstr>Arial</vt:lpstr>
      <vt:lpstr>Roboto Condensed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Roman Yakulevich</cp:lastModifiedBy>
  <cp:revision>14</cp:revision>
  <dcterms:created xsi:type="dcterms:W3CDTF">2017-02-07T16:52:31Z</dcterms:created>
  <dcterms:modified xsi:type="dcterms:W3CDTF">2026-02-16T22:23:25Z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