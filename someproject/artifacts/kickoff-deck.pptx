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/>
              <a:t>Meeting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/>
              <a:t>Summary</a:t>
            </a:r>
          </a:p>
          <a:p>
            <a:r>
              <a:t>Andrey Kerchin initiated a meeting to evaluate the ongoing transcription implementation for the project. The core objective was to test and confirm the functionality of the transcription service. A key requirement identified is the successful application of the transcribed content to the project's needs.</a:t>
            </a:r>
          </a:p>
          <a:p/>
          <a:p>
            <a:r>
              <a:rPr b="1"/>
              <a:t>Agreed Recommendations</a:t>
            </a:r>
          </a:p>
          <a:p>
            <a:r>
              <a:t>• The project requires the transcription results to be successfully integrated and utilized within the project's scope</a:t>
            </a:r>
          </a:p>
          <a:p>
            <a:r>
              <a:t>• Assess the effectiveness of the transcription service being implemented for the project</a:t>
            </a:r>
          </a:p>
          <a:p/>
          <a:p>
            <a:r>
              <a:rPr b="1"/>
              <a:t>Action Items</a:t>
            </a:r>
          </a:p>
          <a:p>
            <a:r>
              <a:t>1. Verify the functionality and accuracy of the transcription service — Andrey Kerchin</a:t>
            </a:r>
          </a:p>
          <a:p>
            <a:r>
              <a:t>2. Ensure the transcription results are applied to the project — Andrey Kerchin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