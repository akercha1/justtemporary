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901" r:id="rId39"/>
    <p:sldId id="554" r:id="rId13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Meeting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Transcription Service Project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Purpose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Test transcription service functionality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Key Discussions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Transcription service testing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Project integration requirements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Action Items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Verify transcription accuracy</a:t>
            </a:r>
          </a:p>
          <a:p>
            <a:pPr>
              <a:spcAft>
                <a:spcPts val="0"/>
              </a:spcAft>
            </a:pP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