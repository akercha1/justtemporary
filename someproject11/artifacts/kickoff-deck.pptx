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Project Kickoff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Meeting Purpose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transcription functionality implementation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Verify service performance and accuracy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Decisions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Transcription being applied to project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Results required for project implementation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Verify effectiveness and accuracy of transcription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Integrate service into project workflow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