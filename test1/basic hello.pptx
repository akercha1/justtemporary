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3204" autoAdjust="0"/>
  </p:normalViewPr>
  <p:slideViewPr>
    <p:cSldViewPr snapToGrid="0">
      <p:cViewPr varScale="1">
        <p:scale>
          <a:sx n="127" d="100"/>
          <a:sy n="127" d="100"/>
        </p:scale>
        <p:origin x="110" y="139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Basic </a:t>
            </a:r>
            <a:r>
              <a:rPr lang="en-US" dirty="0" err="1"/>
              <a:t>HEllo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{2F9AE1C9-2F3D-440C-97D5-18E6D747826E}TF55c86556-70ea-476e-aa05-13a38f2d5b0da1381d77_win32-a3c664429073</Template>
  <TotalTime>25</TotalTime>
  <Words>18</Words>
  <Application>Microsoft Office PowerPoint</Application>
  <PresentationFormat>Широкоэкранный</PresentationFormat>
  <Paragraphs>10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Avenir Next LT Pro</vt:lpstr>
      <vt:lpstr>Calibri</vt:lpstr>
      <vt:lpstr>Custom</vt:lpstr>
      <vt:lpstr>Basic HEllo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Kerchin</dc:creator>
  <cp:lastModifiedBy>Andrey Kerchin</cp:lastModifiedBy>
  <cp:revision>2</cp:revision>
  <dcterms:created xsi:type="dcterms:W3CDTF">2026-02-05T11:11:39Z</dcterms:created>
  <dcterms:modified xsi:type="dcterms:W3CDTF">2026-02-05T11:37:12Z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